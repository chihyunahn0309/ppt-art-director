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1.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8bdaa193864245f5" /><Relationship Type="http://schemas.openxmlformats.org/officeDocument/2006/relationships/extended-properties" Target="/docProps/app.xml" Id="R1378dd1c72b24071" /><Relationship Type="http://schemas.openxmlformats.org/officeDocument/2006/relationships/officeDocument" Target="/ppt/presentation.xml" Id="Ra194ccb7cbeb4915" /></Relationships>
</file>

<file path=ppt/presentation.xml><?xml version="1.0" encoding="utf-8"?>
<p:presentation xmlns:p="http://schemas.openxmlformats.org/presentationml/2006/main">
  <p:sldMasterIdLst>
    <p:sldMasterId xmlns:r="http://schemas.openxmlformats.org/officeDocument/2006/relationships" id="2147483648" r:id="Rd7b4a7d59a4c4e21"/>
  </p:sldMasterIdLst>
  <p:notesMasterIdLst>
    <p:notesMasterId xmlns:r="http://schemas.openxmlformats.org/officeDocument/2006/relationships" r:id="Rea5a0cc82b194b03"/>
  </p:notesMasterIdLst>
  <p:sldIdLst>
    <p:sldId xmlns:r="http://schemas.openxmlformats.org/officeDocument/2006/relationships" id="256" r:id="Ra140e498ce4246b9"/>
    <p:sldId xmlns:r="http://schemas.openxmlformats.org/officeDocument/2006/relationships" id="257" r:id="Rb551d751a8ab4d9e"/>
    <p:sldId xmlns:r="http://schemas.openxmlformats.org/officeDocument/2006/relationships" id="258" r:id="R7220f59a96694e2f"/>
    <p:sldId xmlns:r="http://schemas.openxmlformats.org/officeDocument/2006/relationships" id="259" r:id="Rc5b2e715273c4b49"/>
    <p:sldId xmlns:r="http://schemas.openxmlformats.org/officeDocument/2006/relationships" id="260" r:id="R2c6152f6c710442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3e36c2670224592" /><Relationship Type="http://schemas.openxmlformats.org/officeDocument/2006/relationships/slideMaster" Target="/ppt/slideMasters/slideMaster1.xml" Id="Rd7b4a7d59a4c4e21" /><Relationship Type="http://schemas.openxmlformats.org/officeDocument/2006/relationships/notesMaster" Target="/ppt/notesMasters/notesMaster1.xml" Id="Rea5a0cc82b194b03" /><Relationship Type="http://schemas.openxmlformats.org/officeDocument/2006/relationships/presProps" Target="/ppt/presProps.xml" Id="R6ef88ad2133543f9" /><Relationship Type="http://schemas.openxmlformats.org/officeDocument/2006/relationships/tableStyles" Target="/ppt/tableStyles.xml" Id="R3c9ed6e2d9724335" /><Relationship Type="http://schemas.openxmlformats.org/officeDocument/2006/relationships/slide" Target="/ppt/slides/slide1.xml" Id="Ra140e498ce4246b9" /><Relationship Type="http://schemas.openxmlformats.org/officeDocument/2006/relationships/slide" Target="/ppt/slides/slide2.xml" Id="Rb551d751a8ab4d9e" /><Relationship Type="http://schemas.openxmlformats.org/officeDocument/2006/relationships/slide" Target="/ppt/slides/slide3.xml" Id="R7220f59a96694e2f" /><Relationship Type="http://schemas.openxmlformats.org/officeDocument/2006/relationships/slide" Target="/ppt/slides/slide4.xml" Id="Rc5b2e715273c4b49" /><Relationship Type="http://schemas.openxmlformats.org/officeDocument/2006/relationships/slide" Target="/ppt/slides/slide5.xml" Id="R2c6152f6c710442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a6fd65df2c4429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956f620685c435e" /><Relationship Type="http://schemas.openxmlformats.org/officeDocument/2006/relationships/notesMaster" Target="/ppt/notesMasters/notesMaster1.xml" Id="R093309f0f0004874" /></Relationships>
</file>

<file path=ppt/notesSlides/_rels/notesSlide2.xml.rels>&#65279;<?xml version="1.0" encoding="utf-8"?><Relationships xmlns="http://schemas.openxmlformats.org/package/2006/relationships"><Relationship Type="http://schemas.openxmlformats.org/officeDocument/2006/relationships/slide" Target="/ppt/slides/slide2.xml" Id="R9f263fe3fe1b428a" /><Relationship Type="http://schemas.openxmlformats.org/officeDocument/2006/relationships/notesMaster" Target="/ppt/notesMasters/notesMaster1.xml" Id="R175de15f3ad54122" /></Relationships>
</file>

<file path=ppt/notesSlides/_rels/notesSlide3.xml.rels>&#65279;<?xml version="1.0" encoding="utf-8"?><Relationships xmlns="http://schemas.openxmlformats.org/package/2006/relationships"><Relationship Type="http://schemas.openxmlformats.org/officeDocument/2006/relationships/slide" Target="/ppt/slides/slide3.xml" Id="Rfa4fae61c49840ce" /><Relationship Type="http://schemas.openxmlformats.org/officeDocument/2006/relationships/notesMaster" Target="/ppt/notesMasters/notesMaster1.xml" Id="R09a2f174b6c5405d" /></Relationships>
</file>

<file path=ppt/notesSlides/_rels/notesSlide4.xml.rels>&#65279;<?xml version="1.0" encoding="utf-8"?><Relationships xmlns="http://schemas.openxmlformats.org/package/2006/relationships"><Relationship Type="http://schemas.openxmlformats.org/officeDocument/2006/relationships/slide" Target="/ppt/slides/slide4.xml" Id="Reaeefef6f587482d" /><Relationship Type="http://schemas.openxmlformats.org/officeDocument/2006/relationships/notesMaster" Target="/ppt/notesMasters/notesMaster1.xml" Id="R4e6be064ac0b4e35" /></Relationships>
</file>

<file path=ppt/notesSlides/_rels/notesSlide5.xml.rels>&#65279;<?xml version="1.0" encoding="utf-8"?><Relationships xmlns="http://schemas.openxmlformats.org/package/2006/relationships"><Relationship Type="http://schemas.openxmlformats.org/officeDocument/2006/relationships/slide" Target="/ppt/slides/slide5.xml" Id="R14fe1fbf642f4374" /><Relationship Type="http://schemas.openxmlformats.org/officeDocument/2006/relationships/notesMaster" Target="/ppt/notesMasters/notesMaster1.xml" Id="Rb8be8bcc52f649e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30초. 모든 성능 수치는 사용자가 제공한 가상 예시이며 실험 결과가 아니다. 동일 장치와 데이터에서 비교한다는 조건만 주어졌으며 구체적인 장치와 데이터셋은 미제공이다. 표지는 AI가 만든 개념 이미지이며 모델 구조나 측정값이 아니다.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90초. 교사의 예측을 학생 학습에 활용하는 지식 증류와 8비트 정수 표현을 개념적으로 설명한다. 모델 구조, 손실함수, 양자화 범위, PTQ/QAT는 미제공이다. 교사의 지식이 모두 보존된다고 주장하지 않는다. 애니메이션판은 첫 클릭에 증류, 둘째 클릭에 INT8 단계를 표시한다. 개념 출처: Hinton et al. (2015), https://arxiv.org/abs/1503.02531 ; Jacob et al. (2017), https://arxiv.org/abs/1712.05877 . 문헌의 성능 수치를 사용하지 않았다.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60초. 가상 수치: baseline 120ms / F1 0.910 / 48MB; distilled 72ms / 0.902 / 18MB; int8 54ms / 0.896 / 12MB. 동일 장치와 데이터를 가정한다. 표본수, 분산, 데이터셋명, 데이터 분할, 장치 사양, 지연 통계량 정의, F1 집계 방법은 미제공이다. 산술 비교이며 통계적 유의성이나 일반화를 판단할 수 없다.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65초. 전체 지연 감소율 (120−54)/120 = 55%; 크기 감소율 (48−12)/48 = 75%; F1 절대 차이 0.896−0.910 = −0.014. 증류 지연 감소율 (120−72)/120 = 40%, F1 차이 −0.008. 추가 INT8 지연 감소율 (72−54)/72 = 25%, F1 차이 −0.006. 분모가 달라 40%와 25%를 더하지 않는다. 가상 요약값으로 통계적 판단을 할 수 없다.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55초. 이 가상 예시는 효율과 F1의 교환관계를 보여준다. 모든 환경에서 가장 좋은 모델을 정할 수는 없다. 사용 환경에 맞는 허용 F1 저하와 지연 한도를 먼저 정한다. 실제 데이터에서 반복 측정의 분산과 이상 유형별 실패 사례를 확인한다. 데이터셋명과 표본수가 없어 일반화 판단은 불가하다. 총 발표 시간 300초.</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74c9f0cc8a6425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03acf0c9ae34065" /><Relationship Type="http://schemas.openxmlformats.org/officeDocument/2006/relationships/slideLayout" Target="/ppt/slideLayouts/slideLayout1.xml" Id="R948a84167ea4463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48a84167ea4463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fe140a34494c4dd0" /><Relationship Type="http://schemas.openxmlformats.org/officeDocument/2006/relationships/image" Target="/ppt/media/image.png" Id="Rbab68b39be0244ae" /><Relationship Type="http://schemas.openxmlformats.org/officeDocument/2006/relationships/notesSlide" Target="/ppt/notesSlides/notesSlide1.xml" Id="R093d9190e5794d5f"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06151187fae4b1d" /><Relationship Type="http://schemas.openxmlformats.org/officeDocument/2006/relationships/notesSlide" Target="/ppt/notesSlides/notesSlide2.xml" Id="Rcc0aaaca275c485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a44aa1d1efde4ddd" /><Relationship Type="http://schemas.openxmlformats.org/officeDocument/2006/relationships/notesSlide" Target="/ppt/notesSlides/notesSlide3.xml" Id="Rf2730c11ca5442b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561d60bc3950494c" /><Relationship Type="http://schemas.openxmlformats.org/officeDocument/2006/relationships/chart" Target="/ppt/slides/charts/chart1.xml" Id="Rf3b67fb141294c7c" /><Relationship Type="http://schemas.openxmlformats.org/officeDocument/2006/relationships/notesSlide" Target="/ppt/notesSlides/notesSlide4.xml" Id="R51eb78c86ecc4b67"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35ceab4d35f8435c" /><Relationship Type="http://schemas.openxmlformats.org/officeDocument/2006/relationships/notesSlide" Target="/ppt/notesSlides/notesSlide5.xml" Id="Re78c7a297b3f4dbd"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지연 (ms)</c:v>
          </c:tx>
          <c:spPr>
            <a:solidFill xmlns:a="http://schemas.openxmlformats.org/drawingml/2006/main">
              <a:srgbClr val="287D78"/>
            </a:solidFill>
          </c:spPr>
          <c:dPt>
            <c:idx val="0"/>
            <c:invertIfNegative val="0"/>
            <c:spPr>
              <a:solidFill xmlns:a="http://schemas.openxmlformats.org/drawingml/2006/main">
                <a:srgbClr val="9EADA5"/>
              </a:solidFill>
            </c:spPr>
          </c:dPt>
          <c:dPt>
            <c:idx val="1"/>
            <c:invertIfNegative val="0"/>
            <c:spPr>
              <a:solidFill xmlns:a="http://schemas.openxmlformats.org/drawingml/2006/main">
                <a:srgbClr val="639D90"/>
              </a:solidFill>
            </c:spPr>
          </c:dPt>
          <c:dPt>
            <c:idx val="2"/>
            <c:invertIfNegative val="0"/>
            <c:spPr>
              <a:solidFill xmlns:a="http://schemas.openxmlformats.org/drawingml/2006/main">
                <a:srgbClr val="287D78"/>
              </a:solidFill>
            </c:spPr>
          </c:dPt>
          <c:cat>
            <c:strRef>
              <c:f>'Chart Data'!$A$2:$A$4</c:f>
              <c:strCache>
                <c:ptCount val="3"/>
                <c:pt idx="0">
                  <c:v>baseline</c:v>
                </c:pt>
                <c:pt idx="1">
                  <c:v>distilled</c:v>
                </c:pt>
                <c:pt idx="2">
                  <c:v>int8</c:v>
                </c:pt>
              </c:strCache>
            </c:strRef>
          </c:cat>
          <c:val>
            <c:numRef>
              <c:f>'Chart Data'!$B$2:$B$4</c:f>
              <c:numCache>
                <c:formatCode>0</c:formatCode>
                <c:ptCount val="3"/>
                <c:pt idx="0">
                  <c:v>120</c:v>
                </c:pt>
                <c:pt idx="1">
                  <c:v>72</c:v>
                </c:pt>
                <c:pt idx="2">
                  <c:v>54</c:v>
                </c:pt>
              </c:numCache>
            </c:numRef>
          </c:val>
        </c:ser>
        <c:dLbls>
          <c:txPr>
            <a:bodyPr xmlns:a="http://schemas.openxmlformats.org/drawingml/2006/main" anchorCtr="1"/>
            <a:lstStyle xmlns:a="http://schemas.openxmlformats.org/drawingml/2006/main"/>
            <a:p xmlns:a="http://schemas.openxmlformats.org/drawingml/2006/main">
              <a:pPr>
                <a:defRPr sz="2025">
                  <a:solidFill>
                    <a:srgbClr val="1E302F"/>
                  </a:solidFill>
                  <a:latin typeface="Noto Sans KR"/>
                  <a:ea typeface="Noto Sans KR"/>
                  <a:cs typeface="Noto Sans KR"/>
                </a:defRPr>
              </a:pPr>
            </a:p>
          </c:txPr>
          <c:dLblPos val="outEnd"/>
          <c:showLegendKey val="0"/>
          <c:showVal val="1"/>
          <c:showCatName val="0"/>
          <c:showSerName val="0"/>
          <c:showPercent val="0"/>
          <c:showBubbleSize val="0"/>
          <c:showLeaderLines val="0"/>
        </c:dLbls>
        <c:gapWidth val="13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CFD8D1"/>
            </a:solidFill>
          </a:ln>
        </c:spPr>
        <c:txPr>
          <a:bodyPr xmlns:a="http://schemas.openxmlformats.org/drawingml/2006/main" anchorCtr="1"/>
          <a:lstStyle xmlns:a="http://schemas.openxmlformats.org/drawingml/2006/main"/>
          <a:p xmlns:a="http://schemas.openxmlformats.org/drawingml/2006/main">
            <a:pPr>
              <a:defRPr sz="1725">
                <a:solidFill>
                  <a:srgbClr val="1E302F"/>
                </a:solidFill>
                <a:latin typeface="Noto Sans KR"/>
                <a:ea typeface="Noto Sans KR"/>
                <a:cs typeface="Noto Sans KR"/>
              </a:defRPr>
            </a:pPr>
          </a:p>
        </c:txPr>
        <c:crossAx val="48672768"/>
      </c:catAx>
      <c:valAx>
        <c:axId val="48672768"/>
        <c:scaling>
          <c:orientation val="minMax"/>
          <c:max val="140"/>
          <c:min val="0"/>
        </c:scaling>
        <c:delete val="0"/>
        <c:axPos val="l"/>
        <c:majorGridlines>
          <c:spPr>
            <a:ln xmlns:a="http://schemas.openxmlformats.org/drawingml/2006/main" w="6668">
              <a:solidFill>
                <a:srgbClr val="CFD8D1"/>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586C68"/>
                </a:solidFill>
                <a:latin typeface="Noto Sans KR"/>
                <a:ea typeface="Noto Sans KR"/>
                <a:cs typeface="Noto Sans KR"/>
              </a:defRPr>
            </a:pPr>
          </a:p>
        </c:txPr>
        <c:crossAx val="48650112"/>
        <c:crossBetween val="between"/>
        <c:majorUnit val="40"/>
      </c:valAx>
      <c:spPr>
        <a:solidFill xmlns:a="http://schemas.openxmlformats.org/drawingml/2006/main">
          <a:srgbClr val="F6F4EE"/>
        </a:solidFill>
      </c:spPr>
    </c:plotArea>
    <c:plotVisOnly val="1"/>
  </c:chart>
  <c:spPr>
    <a:solidFill xmlns:a="http://schemas.openxmlformats.org/drawingml/2006/main">
      <a:srgbClr val="F6F4EE"/>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6F4EE"/>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bab68b39be0244ae"/>
          <a:srcRect xmlns:a="http://schemas.openxmlformats.org/drawingml/2006/main" l="6092" t="0" r="6092" b="0"/>
          <a:stretch xmlns:a="http://schemas.openxmlformats.org/drawingml/2006/main">
            <a:fillRect l="0" t="0" r="0" b="0"/>
          </a:stretch>
        </p:blipFill>
        <p:spPr>
          <a:xfrm xmlns:a="http://schemas.openxmlformats.org/drawingml/2006/main">
            <a:off x="7372350" y="0"/>
            <a:ext cx="4819650" cy="6858000"/>
          </a:xfrm>
          <a:prstGeom xmlns:a="http://schemas.openxmlformats.org/drawingml/2006/main" prst="rect">
            <a:avLst/>
          </a:prstGeom>
        </p:spPr>
      </p:pic>
      <p:sp>
        <p:nvSpPr>
          <p:cNvPr id="2" name="S01-section">
            <a:extLst xmlns:a="http://schemas.openxmlformats.org/drawingml/2006/main">
              <a:ext uri="{FF2B5EF4-FFF2-40B4-BE49-F238E27FC236}">
                <a16:creationId xmlns:a16="http://schemas.microsoft.com/office/drawing/2014/main" id="{EBE84B50-18DB-4993-8AEE-D88BC16297AD}"/>
              </a:ext>
            </a:extLst>
          </p:cNvPr>
          <p:cNvSpPr>
            <a:spLocks xmlns:a="http://schemas.openxmlformats.org/drawingml/2006/main" noGrp="1"/>
          </p:cNvSpPr>
          <p:nvPr/>
        </p:nvSpPr>
        <p:spPr>
          <a:xfrm xmlns:a="http://schemas.openxmlformats.org/drawingml/2006/main">
            <a:off x="685800" y="590550"/>
            <a:ext cx="619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425" b="0">
                <a:solidFill>
                  <a:srgbClr val="287D78"/>
                </a:solidFill>
                <a:latin typeface="Noto Sans KR"/>
                <a:ea typeface="Noto Sans KR"/>
                <a:cs typeface="Noto Sans KR"/>
              </a:defRPr>
            </a:pPr>
            <a:r>
              <a:rPr sz="1425" b="0">
                <a:solidFill>
                  <a:srgbClr val="287D78"/>
                </a:solidFill>
                <a:latin typeface="Noto Sans KR"/>
                <a:ea typeface="Noto Sans KR"/>
                <a:cs typeface="Noto Sans KR"/>
              </a:rPr>
              <a:t>연구 노트 / 01</a:t>
            </a:r>
          </a:p>
        </p:txBody>
      </p:sp>
      <p:sp>
        <p:nvSpPr>
          <p:cNvPr id="3" name="S01-title">
            <a:extLst xmlns:a="http://schemas.openxmlformats.org/drawingml/2006/main">
              <a:ext uri="{FF2B5EF4-FFF2-40B4-BE49-F238E27FC236}">
                <a16:creationId xmlns:a16="http://schemas.microsoft.com/office/drawing/2014/main" id="{1658625D-B341-4C6F-9392-4E85E4C9B858}"/>
              </a:ext>
            </a:extLst>
          </p:cNvPr>
          <p:cNvSpPr>
            <a:spLocks xmlns:a="http://schemas.openxmlformats.org/drawingml/2006/main" noGrp="1"/>
          </p:cNvSpPr>
          <p:nvPr/>
        </p:nvSpPr>
        <p:spPr>
          <a:xfrm xmlns:a="http://schemas.openxmlformats.org/drawingml/2006/main">
            <a:off x="685800" y="1895475"/>
            <a:ext cx="6591300" cy="1600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4125" b="0">
                <a:solidFill>
                  <a:srgbClr val="1E302F"/>
                </a:solidFill>
                <a:latin typeface="Noto Sans KR"/>
                <a:ea typeface="Noto Sans KR"/>
                <a:cs typeface="Noto Sans KR"/>
              </a:defRPr>
            </a:pPr>
            <a:r>
              <a:rPr sz="4125" b="0">
                <a:solidFill>
                  <a:srgbClr val="1E302F"/>
                </a:solidFill>
                <a:latin typeface="Noto Sans KR"/>
                <a:ea typeface="Noto Sans KR"/>
                <a:cs typeface="Noto Sans KR"/>
              </a:rPr>
              <a:t>센서 이상 탐지,</a:t>
            </a:r>
          </a:p>
          <a:p xmlns:a="http://schemas.openxmlformats.org/drawingml/2006/main">
            <a:pPr>
              <a:defRPr sz="4125" b="0">
                <a:solidFill>
                  <a:srgbClr val="1E302F"/>
                </a:solidFill>
                <a:latin typeface="Noto Sans KR"/>
                <a:ea typeface="Noto Sans KR"/>
                <a:cs typeface="Noto Sans KR"/>
              </a:defRPr>
            </a:pPr>
            <a:r>
              <a:rPr sz="4125" b="0">
                <a:solidFill>
                  <a:srgbClr val="1E302F"/>
                </a:solidFill>
                <a:latin typeface="Noto Sans KR"/>
                <a:ea typeface="Noto Sans KR"/>
                <a:cs typeface="Noto Sans KR"/>
              </a:rPr>
              <a:t>더 가벼운 모델로</a:t>
            </a:r>
          </a:p>
        </p:txBody>
      </p:sp>
      <p:sp>
        <p:nvSpPr>
          <p:cNvPr id="4" name="S01-subtitle">
            <a:extLst xmlns:a="http://schemas.openxmlformats.org/drawingml/2006/main">
              <a:ext uri="{FF2B5EF4-FFF2-40B4-BE49-F238E27FC236}">
                <a16:creationId xmlns:a16="http://schemas.microsoft.com/office/drawing/2014/main" id="{0CB11D18-532D-40C1-B28C-28A674766489}"/>
              </a:ext>
            </a:extLst>
          </p:cNvPr>
          <p:cNvSpPr>
            <a:spLocks xmlns:a="http://schemas.openxmlformats.org/drawingml/2006/main" noGrp="1"/>
          </p:cNvSpPr>
          <p:nvPr/>
        </p:nvSpPr>
        <p:spPr>
          <a:xfrm xmlns:a="http://schemas.openxmlformats.org/drawingml/2006/main">
            <a:off x="723900" y="3905250"/>
            <a:ext cx="60483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2025" b="0">
                <a:solidFill>
                  <a:srgbClr val="586C68"/>
                </a:solidFill>
                <a:latin typeface="Noto Sans KR"/>
                <a:ea typeface="Noto Sans KR"/>
                <a:cs typeface="Noto Sans KR"/>
              </a:defRPr>
            </a:pPr>
            <a:r>
              <a:rPr sz="2025" b="0">
                <a:solidFill>
                  <a:srgbClr val="586C68"/>
                </a:solidFill>
                <a:latin typeface="Noto Sans KR"/>
                <a:ea typeface="Noto Sans KR"/>
                <a:cs typeface="Noto Sans KR"/>
              </a:rPr>
              <a:t>지식 증류와 INT8 양자화의</a:t>
            </a:r>
          </a:p>
          <a:p xmlns:a="http://schemas.openxmlformats.org/drawingml/2006/main">
            <a:pPr>
              <a:defRPr sz="2025" b="0">
                <a:solidFill>
                  <a:srgbClr val="586C68"/>
                </a:solidFill>
                <a:latin typeface="Noto Sans KR"/>
                <a:ea typeface="Noto Sans KR"/>
                <a:cs typeface="Noto Sans KR"/>
              </a:defRPr>
            </a:pPr>
            <a:r>
              <a:rPr sz="2025" b="0">
                <a:solidFill>
                  <a:srgbClr val="586C68"/>
                </a:solidFill>
                <a:latin typeface="Noto Sans KR"/>
                <a:ea typeface="Noto Sans KR"/>
                <a:cs typeface="Noto Sans KR"/>
              </a:rPr>
              <a:t>성능 교환관계</a:t>
            </a:r>
          </a:p>
        </p:txBody>
      </p:sp>
      <p:sp>
        <p:nvSpPr>
          <p:cNvPr id="5" name="S01-context">
            <a:extLst xmlns:a="http://schemas.openxmlformats.org/drawingml/2006/main">
              <a:ext uri="{FF2B5EF4-FFF2-40B4-BE49-F238E27FC236}">
                <a16:creationId xmlns:a16="http://schemas.microsoft.com/office/drawing/2014/main" id="{2585B41B-2836-4641-9358-2FE41FFBA81C}"/>
              </a:ext>
            </a:extLst>
          </p:cNvPr>
          <p:cNvSpPr>
            <a:spLocks xmlns:a="http://schemas.openxmlformats.org/drawingml/2006/main" noGrp="1"/>
          </p:cNvSpPr>
          <p:nvPr/>
        </p:nvSpPr>
        <p:spPr>
          <a:xfrm xmlns:a="http://schemas.openxmlformats.org/drawingml/2006/main">
            <a:off x="723900" y="5410200"/>
            <a:ext cx="5905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725" b="0">
                <a:solidFill>
                  <a:srgbClr val="1E302F"/>
                </a:solidFill>
                <a:latin typeface="Noto Sans KR"/>
                <a:ea typeface="Noto Sans KR"/>
                <a:cs typeface="Noto Sans KR"/>
              </a:defRPr>
            </a:pPr>
            <a:r>
              <a:rPr sz="1725" b="0">
                <a:solidFill>
                  <a:srgbClr val="1E302F"/>
                </a:solidFill>
                <a:latin typeface="Noto Sans KR"/>
                <a:ea typeface="Noto Sans KR"/>
                <a:cs typeface="Noto Sans KR"/>
              </a:rPr>
              <a:t>연구실 세미나 · 5분</a:t>
            </a:r>
          </a:p>
        </p:txBody>
      </p:sp>
      <p:sp>
        <p:nvSpPr>
          <p:cNvPr id="6" name="S01-disclosure">
            <a:extLst xmlns:a="http://schemas.openxmlformats.org/drawingml/2006/main">
              <a:ext uri="{FF2B5EF4-FFF2-40B4-BE49-F238E27FC236}">
                <a16:creationId xmlns:a16="http://schemas.microsoft.com/office/drawing/2014/main" id="{714D5C9C-708A-4478-AA3C-5216D23BF917}"/>
              </a:ext>
            </a:extLst>
          </p:cNvPr>
          <p:cNvSpPr>
            <a:spLocks xmlns:a="http://schemas.openxmlformats.org/drawingml/2006/main" noGrp="1"/>
          </p:cNvSpPr>
          <p:nvPr/>
        </p:nvSpPr>
        <p:spPr>
          <a:xfrm xmlns:a="http://schemas.openxmlformats.org/drawingml/2006/main">
            <a:off x="723900" y="6343650"/>
            <a:ext cx="619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275" b="0">
                <a:solidFill>
                  <a:srgbClr val="586C68"/>
                </a:solidFill>
                <a:latin typeface="Noto Sans KR"/>
                <a:ea typeface="Noto Sans KR"/>
                <a:cs typeface="Noto Sans KR"/>
              </a:defRPr>
            </a:pPr>
            <a:r>
              <a:rPr sz="1275" b="0">
                <a:solidFill>
                  <a:srgbClr val="586C68"/>
                </a:solidFill>
                <a:latin typeface="Noto Sans KR"/>
                <a:ea typeface="Noto Sans KR"/>
                <a:cs typeface="Noto Sans KR"/>
              </a:rPr>
              <a:t>가상 데이터 · 실제 실험 결과가 아닙니다</a:t>
            </a:r>
          </a:p>
        </p:txBody>
      </p:sp>
    </p:spTree>
    <p:extLst>
      <p:ext uri="{BB962C8B-B14F-4D97-AF65-F5344CB8AC3E}">
        <p14:creationId xmlns:p14="http://schemas.microsoft.com/office/powerpoint/2010/main" val="875799115"/>
      </p:ext>
    </p:extLst>
  </p:cSld>
</p:sld>
</file>

<file path=ppt/slides/slide2.xml><?xml version="1.0" encoding="utf-8"?>
<p:sld xmlns:p="http://schemas.openxmlformats.org/presentationml/2006/main">
  <p:cSld>
    <p:bg>
      <p:bgPr>
        <a:solidFill xmlns:a="http://schemas.openxmlformats.org/drawingml/2006/main">
          <a:srgbClr val="F6F4EE"/>
        </a:solidFill>
      </p:bgPr>
    </p:bg>
    <p:spTree>
      <p:nvGrpSpPr>
        <p:cNvPr id="1" name=""/>
        <p:cNvGrpSpPr/>
        <p:nvPr/>
      </p:nvGrpSpPr>
      <p:grpSpPr>
        <a:xfrm xmlns:a="http://schemas.openxmlformats.org/drawingml/2006/main"/>
      </p:grpSpPr>
      <p:sp>
        <p:nvSpPr>
          <p:cNvPr id="22" name="S02-section">
            <a:extLst xmlns:a="http://schemas.openxmlformats.org/drawingml/2006/main">
              <a:ext uri="{FF2B5EF4-FFF2-40B4-BE49-F238E27FC236}">
                <a16:creationId xmlns:a16="http://schemas.microsoft.com/office/drawing/2014/main" id="{D477D5D5-7C51-4D1F-9754-6FD07C13BF92}"/>
              </a:ext>
            </a:extLst>
          </p:cNvPr>
          <p:cNvSpPr>
            <a:spLocks xmlns:a="http://schemas.openxmlformats.org/drawingml/2006/main" noGrp="1"/>
          </p:cNvSpPr>
          <p:nvPr/>
        </p:nvSpPr>
        <p:spPr>
          <a:xfrm xmlns:a="http://schemas.openxmlformats.org/drawingml/2006/main">
            <a:off x="685800" y="400050"/>
            <a:ext cx="10744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425" b="0">
                <a:solidFill>
                  <a:srgbClr val="287D78"/>
                </a:solidFill>
                <a:latin typeface="Noto Sans KR"/>
                <a:ea typeface="Noto Sans KR"/>
                <a:cs typeface="Noto Sans KR"/>
              </a:defRPr>
            </a:pPr>
            <a:r>
              <a:rPr sz="1425" b="0">
                <a:solidFill>
                  <a:srgbClr val="287D78"/>
                </a:solidFill>
                <a:latin typeface="Noto Sans KR"/>
                <a:ea typeface="Noto Sans KR"/>
                <a:cs typeface="Noto Sans KR"/>
              </a:rPr>
              <a:t>방법 / 두 단계의 경량화</a:t>
            </a:r>
          </a:p>
        </p:txBody>
      </p:sp>
      <p:sp>
        <p:nvSpPr>
          <p:cNvPr id="2" name="S02-title">
            <a:extLst xmlns:a="http://schemas.openxmlformats.org/drawingml/2006/main">
              <a:ext uri="{FF2B5EF4-FFF2-40B4-BE49-F238E27FC236}">
                <a16:creationId xmlns:a16="http://schemas.microsoft.com/office/drawing/2014/main" id="{F70F26EA-EAF1-45D1-B0D0-60E534FFD159}"/>
              </a:ext>
            </a:extLst>
          </p:cNvPr>
          <p:cNvSpPr>
            <a:spLocks xmlns:a="http://schemas.openxmlformats.org/drawingml/2006/main" noGrp="1"/>
          </p:cNvSpPr>
          <p:nvPr/>
        </p:nvSpPr>
        <p:spPr>
          <a:xfrm xmlns:a="http://schemas.openxmlformats.org/drawingml/2006/main">
            <a:off x="685800" y="89535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3000" b="0">
                <a:solidFill>
                  <a:srgbClr val="1E302F"/>
                </a:solidFill>
                <a:latin typeface="Noto Sans KR"/>
                <a:ea typeface="Noto Sans KR"/>
                <a:cs typeface="Noto Sans KR"/>
              </a:defRPr>
            </a:pPr>
            <a:r>
              <a:rPr sz="3000" b="0">
                <a:solidFill>
                  <a:srgbClr val="1E302F"/>
                </a:solidFill>
                <a:latin typeface="Noto Sans KR"/>
                <a:ea typeface="Noto Sans KR"/>
                <a:cs typeface="Noto Sans KR"/>
              </a:rPr>
              <a:t>교사 모델에서 경량 학생 모델로</a:t>
            </a:r>
          </a:p>
        </p:txBody>
      </p:sp>
      <p:sp>
        <p:nvSpPr>
          <p:cNvPr id="3" name="S02-disclosure">
            <a:extLst xmlns:a="http://schemas.openxmlformats.org/drawingml/2006/main">
              <a:ext uri="{FF2B5EF4-FFF2-40B4-BE49-F238E27FC236}">
                <a16:creationId xmlns:a16="http://schemas.microsoft.com/office/drawing/2014/main" id="{91B307CD-364F-433B-B440-B52C40D46A23}"/>
              </a:ext>
            </a:extLst>
          </p:cNvPr>
          <p:cNvSpPr>
            <a:spLocks xmlns:a="http://schemas.openxmlformats.org/drawingml/2006/main" noGrp="1"/>
          </p:cNvSpPr>
          <p:nvPr/>
        </p:nvSpPr>
        <p:spPr>
          <a:xfrm xmlns:a="http://schemas.openxmlformats.org/drawingml/2006/main">
            <a:off x="685800" y="6372225"/>
            <a:ext cx="9525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275" b="0">
                <a:solidFill>
                  <a:srgbClr val="586C68"/>
                </a:solidFill>
                <a:latin typeface="Noto Sans KR"/>
                <a:ea typeface="Noto Sans KR"/>
                <a:cs typeface="Noto Sans KR"/>
              </a:defRPr>
            </a:pPr>
            <a:r>
              <a:rPr sz="1275" b="0">
                <a:solidFill>
                  <a:srgbClr val="586C68"/>
                </a:solidFill>
                <a:latin typeface="Noto Sans KR"/>
                <a:ea typeface="Noto Sans KR"/>
                <a:cs typeface="Noto Sans KR"/>
              </a:rPr>
              <a:t>가상 데이터 · 실제 실험 결과가 아닙니다</a:t>
            </a:r>
          </a:p>
        </p:txBody>
      </p:sp>
      <p:sp>
        <p:nvSpPr>
          <p:cNvPr id="4" name="S02-number">
            <a:extLst xmlns:a="http://schemas.openxmlformats.org/drawingml/2006/main">
              <a:ext uri="{FF2B5EF4-FFF2-40B4-BE49-F238E27FC236}">
                <a16:creationId xmlns:a16="http://schemas.microsoft.com/office/drawing/2014/main" id="{285D16D6-8E97-4EB5-9082-C7619E498210}"/>
              </a:ext>
            </a:extLst>
          </p:cNvPr>
          <p:cNvSpPr>
            <a:spLocks xmlns:a="http://schemas.openxmlformats.org/drawingml/2006/main" noGrp="1"/>
          </p:cNvSpPr>
          <p:nvPr/>
        </p:nvSpPr>
        <p:spPr>
          <a:xfrm xmlns:a="http://schemas.openxmlformats.org/drawingml/2006/main">
            <a:off x="11144250" y="6372225"/>
            <a:ext cx="3619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275" b="0">
                <a:solidFill>
                  <a:srgbClr val="586C68"/>
                </a:solidFill>
                <a:latin typeface="Noto Sans KR"/>
                <a:ea typeface="Noto Sans KR"/>
                <a:cs typeface="Noto Sans KR"/>
              </a:defRPr>
            </a:pPr>
            <a:r>
              <a:rPr sz="1275" b="0">
                <a:solidFill>
                  <a:srgbClr val="586C68"/>
                </a:solidFill>
                <a:latin typeface="Noto Sans KR"/>
                <a:ea typeface="Noto Sans KR"/>
                <a:cs typeface="Noto Sans KR"/>
              </a:rPr>
              <a:t>02</a:t>
            </a:r>
          </a:p>
        </p:txBody>
      </p:sp>
      <p:sp>
        <p:nvSpPr>
          <p:cNvPr id="5" name="S02-marker-1">
            <a:extLst xmlns:a="http://schemas.openxmlformats.org/drawingml/2006/main">
              <a:ext uri="{FF2B5EF4-FFF2-40B4-BE49-F238E27FC236}">
                <a16:creationId xmlns:a16="http://schemas.microsoft.com/office/drawing/2014/main" id="{3E0BA238-CE3C-4056-B282-F070E4F0B9D4}"/>
              </a:ext>
            </a:extLst>
          </p:cNvPr>
          <p:cNvSpPr>
            <a:spLocks xmlns:a="http://schemas.openxmlformats.org/drawingml/2006/main" noGrp="1"/>
          </p:cNvSpPr>
          <p:nvPr/>
        </p:nvSpPr>
        <p:spPr>
          <a:xfrm xmlns:a="http://schemas.openxmlformats.org/drawingml/2006/main">
            <a:off x="685800" y="2333625"/>
            <a:ext cx="533400" cy="533400"/>
          </a:xfrm>
          <a:prstGeom xmlns:a="http://schemas.openxmlformats.org/drawingml/2006/main" prst="ellipse">
            <a:avLst/>
          </a:prstGeom>
          <a:solidFill xmlns:a="http://schemas.openxmlformats.org/drawingml/2006/main">
            <a:srgbClr val="E8EDE5"/>
          </a:solidFill>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defRPr sz="1650">
                <a:solidFill>
                  <a:srgbClr val="287D78"/>
                </a:solidFill>
                <a:latin typeface="Noto Sans KR"/>
                <a:ea typeface="Noto Sans KR"/>
                <a:cs typeface="Noto Sans KR"/>
              </a:defRPr>
            </a:pPr>
            <a:r>
              <a:rPr sz="1650">
                <a:solidFill>
                  <a:srgbClr val="287D78"/>
                </a:solidFill>
                <a:latin typeface="Noto Sans KR"/>
                <a:ea typeface="Noto Sans KR"/>
                <a:cs typeface="Noto Sans KR"/>
              </a:rPr>
              <a:t>01</a:t>
            </a:r>
          </a:p>
        </p:txBody>
      </p:sp>
      <p:sp>
        <p:nvSpPr>
          <p:cNvPr id="6" name="S02-marker-2">
            <a:extLst xmlns:a="http://schemas.openxmlformats.org/drawingml/2006/main">
              <a:ext uri="{FF2B5EF4-FFF2-40B4-BE49-F238E27FC236}">
                <a16:creationId xmlns:a16="http://schemas.microsoft.com/office/drawing/2014/main" id="{16330369-0975-4DCE-BC13-78492A169E3E}"/>
              </a:ext>
            </a:extLst>
          </p:cNvPr>
          <p:cNvSpPr>
            <a:spLocks xmlns:a="http://schemas.openxmlformats.org/drawingml/2006/main" noGrp="1"/>
          </p:cNvSpPr>
          <p:nvPr/>
        </p:nvSpPr>
        <p:spPr>
          <a:xfrm xmlns:a="http://schemas.openxmlformats.org/drawingml/2006/main">
            <a:off x="4648200" y="2333625"/>
            <a:ext cx="533400" cy="533400"/>
          </a:xfrm>
          <a:prstGeom xmlns:a="http://schemas.openxmlformats.org/drawingml/2006/main" prst="ellipse">
            <a:avLst/>
          </a:prstGeom>
          <a:solidFill xmlns:a="http://schemas.openxmlformats.org/drawingml/2006/main">
            <a:srgbClr val="E8EDE5"/>
          </a:solidFill>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defRPr sz="1650">
                <a:solidFill>
                  <a:srgbClr val="287D78"/>
                </a:solidFill>
                <a:latin typeface="Noto Sans KR"/>
                <a:ea typeface="Noto Sans KR"/>
                <a:cs typeface="Noto Sans KR"/>
              </a:defRPr>
            </a:pPr>
            <a:r>
              <a:rPr sz="1650">
                <a:solidFill>
                  <a:srgbClr val="287D78"/>
                </a:solidFill>
                <a:latin typeface="Noto Sans KR"/>
                <a:ea typeface="Noto Sans KR"/>
                <a:cs typeface="Noto Sans KR"/>
              </a:rPr>
              <a:t>02</a:t>
            </a:r>
          </a:p>
        </p:txBody>
      </p:sp>
      <p:sp>
        <p:nvSpPr>
          <p:cNvPr id="7" name="S02-marker-3">
            <a:extLst xmlns:a="http://schemas.openxmlformats.org/drawingml/2006/main">
              <a:ext uri="{FF2B5EF4-FFF2-40B4-BE49-F238E27FC236}">
                <a16:creationId xmlns:a16="http://schemas.microsoft.com/office/drawing/2014/main" id="{F5CBCF1D-B475-4DE5-BC7B-D92543D7B69D}"/>
              </a:ext>
            </a:extLst>
          </p:cNvPr>
          <p:cNvSpPr>
            <a:spLocks xmlns:a="http://schemas.openxmlformats.org/drawingml/2006/main" noGrp="1"/>
          </p:cNvSpPr>
          <p:nvPr/>
        </p:nvSpPr>
        <p:spPr>
          <a:xfrm xmlns:a="http://schemas.openxmlformats.org/drawingml/2006/main">
            <a:off x="8610600" y="2333625"/>
            <a:ext cx="533400" cy="533400"/>
          </a:xfrm>
          <a:prstGeom xmlns:a="http://schemas.openxmlformats.org/drawingml/2006/main" prst="ellipse">
            <a:avLst/>
          </a:prstGeom>
          <a:solidFill xmlns:a="http://schemas.openxmlformats.org/drawingml/2006/main">
            <a:srgbClr val="287D78"/>
          </a:solidFill>
          <a:ln xmlns:a="http://schemas.openxmlformats.org/drawingml/2006/main" w="0">
            <a:noFill/>
          </a:ln>
        </p:spPr>
        <p:txBody>
          <a:bodyPr xmlns:a="http://schemas.openxmlformats.org/drawingml/2006/main" lIns="0" tIns="0" rIns="0" bIns="0" anchor="ctr"/>
          <a:lstStyle xmlns:a="http://schemas.openxmlformats.org/drawingml/2006/main"/>
          <a:p xmlns:a="http://schemas.openxmlformats.org/drawingml/2006/main">
            <a:pPr algn="ctr">
              <a:defRPr sz="1650">
                <a:solidFill>
                  <a:srgbClr val="FFFFFF"/>
                </a:solidFill>
                <a:latin typeface="Noto Sans KR"/>
                <a:ea typeface="Noto Sans KR"/>
                <a:cs typeface="Noto Sans KR"/>
              </a:defRPr>
            </a:pPr>
            <a:r>
              <a:rPr sz="1650">
                <a:solidFill>
                  <a:srgbClr val="FFFFFF"/>
                </a:solidFill>
                <a:latin typeface="Noto Sans KR"/>
                <a:ea typeface="Noto Sans KR"/>
                <a:cs typeface="Noto Sans KR"/>
              </a:rPr>
              <a:t>03</a:t>
            </a:r>
          </a:p>
        </p:txBody>
      </p:sp>
      <p:cxnSp>
        <p:nvCxnSpPr>
          <p:cNvPr id="29" name="S02-link-2"/>
          <p:cNvCxnSpPr>
            <a:stCxn xmlns:a="http://schemas.openxmlformats.org/drawingml/2006/main" id="5" idx="6"/>
            <a:endCxn xmlns:a="http://schemas.openxmlformats.org/drawingml/2006/main" id="6" idx="2"/>
          </p:cNvCxnSpPr>
          <p:nvPr/>
        </p:nvCxnSpPr>
        <p:spPr>
          <a:xfrm xmlns:a="http://schemas.openxmlformats.org/drawingml/2006/main">
            <a:off x="1219200" y="2600325"/>
            <a:ext cx="3429000" cy="0"/>
          </a:xfrm>
          <a:prstGeom xmlns:a="http://schemas.openxmlformats.org/drawingml/2006/main" prst="straightConnector1">
            <a:avLst/>
          </a:prstGeom>
          <a:ln xmlns:a="http://schemas.openxmlformats.org/drawingml/2006/main" w="17145">
            <a:solidFill>
              <a:srgbClr val="9EADA5"/>
            </a:solidFill>
            <a:tailEnd type="triangle" w="sm" len="sm"/>
          </a:ln>
        </p:spPr>
      </p:cxnSp>
      <p:cxnSp>
        <p:nvCxnSpPr>
          <p:cNvPr id="30" name="S02-link-3"/>
          <p:cNvCxnSpPr>
            <a:stCxn xmlns:a="http://schemas.openxmlformats.org/drawingml/2006/main" id="6" idx="6"/>
            <a:endCxn xmlns:a="http://schemas.openxmlformats.org/drawingml/2006/main" id="7" idx="2"/>
          </p:cNvCxnSpPr>
          <p:nvPr/>
        </p:nvCxnSpPr>
        <p:spPr>
          <a:xfrm xmlns:a="http://schemas.openxmlformats.org/drawingml/2006/main">
            <a:off x="5181600" y="2600325"/>
            <a:ext cx="3429000" cy="0"/>
          </a:xfrm>
          <a:prstGeom xmlns:a="http://schemas.openxmlformats.org/drawingml/2006/main" prst="straightConnector1">
            <a:avLst/>
          </a:prstGeom>
          <a:ln xmlns:a="http://schemas.openxmlformats.org/drawingml/2006/main" w="17145">
            <a:solidFill>
              <a:srgbClr val="9EADA5"/>
            </a:solidFill>
            <a:tailEnd type="triangle" w="sm" len="sm"/>
          </a:ln>
        </p:spPr>
      </p:cxnSp>
      <p:sp>
        <p:nvSpPr>
          <p:cNvPr id="10" name="S02-flow-2">
            <a:extLst xmlns:a="http://schemas.openxmlformats.org/drawingml/2006/main">
              <a:ext uri="{FF2B5EF4-FFF2-40B4-BE49-F238E27FC236}">
                <a16:creationId xmlns:a16="http://schemas.microsoft.com/office/drawing/2014/main" id="{639AEF92-B0AE-4D7D-A8A9-D6C507E72098}"/>
              </a:ext>
            </a:extLst>
          </p:cNvPr>
          <p:cNvSpPr>
            <a:spLocks xmlns:a="http://schemas.openxmlformats.org/drawingml/2006/main" noGrp="1"/>
          </p:cNvSpPr>
          <p:nvPr/>
        </p:nvSpPr>
        <p:spPr>
          <a:xfrm xmlns:a="http://schemas.openxmlformats.org/drawingml/2006/main">
            <a:off x="1466850" y="2076450"/>
            <a:ext cx="2971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575" b="0">
                <a:solidFill>
                  <a:srgbClr val="586C68"/>
                </a:solidFill>
                <a:latin typeface="Noto Sans KR"/>
                <a:ea typeface="Noto Sans KR"/>
                <a:cs typeface="Noto Sans KR"/>
              </a:defRPr>
            </a:pPr>
            <a:r>
              <a:rPr sz="1575" b="0">
                <a:solidFill>
                  <a:srgbClr val="586C68"/>
                </a:solidFill>
                <a:latin typeface="Noto Sans KR"/>
                <a:ea typeface="Noto Sans KR"/>
                <a:cs typeface="Noto Sans KR"/>
              </a:rPr>
              <a:t>예측 지식 전달</a:t>
            </a:r>
          </a:p>
        </p:txBody>
      </p:sp>
      <p:sp>
        <p:nvSpPr>
          <p:cNvPr id="11" name="S02-flow-3">
            <a:extLst xmlns:a="http://schemas.openxmlformats.org/drawingml/2006/main">
              <a:ext uri="{FF2B5EF4-FFF2-40B4-BE49-F238E27FC236}">
                <a16:creationId xmlns:a16="http://schemas.microsoft.com/office/drawing/2014/main" id="{F213E77E-B619-44BC-ADE6-7FACCCDE1E40}"/>
              </a:ext>
            </a:extLst>
          </p:cNvPr>
          <p:cNvSpPr>
            <a:spLocks xmlns:a="http://schemas.openxmlformats.org/drawingml/2006/main" noGrp="1"/>
          </p:cNvSpPr>
          <p:nvPr/>
        </p:nvSpPr>
        <p:spPr>
          <a:xfrm xmlns:a="http://schemas.openxmlformats.org/drawingml/2006/main">
            <a:off x="5429250" y="2076450"/>
            <a:ext cx="2971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575" b="0">
                <a:solidFill>
                  <a:srgbClr val="586C68"/>
                </a:solidFill>
                <a:latin typeface="Noto Sans KR"/>
                <a:ea typeface="Noto Sans KR"/>
                <a:cs typeface="Noto Sans KR"/>
              </a:defRPr>
            </a:pPr>
            <a:r>
              <a:rPr sz="1575" b="0">
                <a:solidFill>
                  <a:srgbClr val="586C68"/>
                </a:solidFill>
                <a:latin typeface="Noto Sans KR"/>
                <a:ea typeface="Noto Sans KR"/>
                <a:cs typeface="Noto Sans KR"/>
              </a:rPr>
              <a:t>수치 표현 변환</a:t>
            </a:r>
          </a:p>
        </p:txBody>
      </p:sp>
      <p:sp>
        <p:nvSpPr>
          <p:cNvPr id="12" name="S02-stage-1">
            <a:extLst xmlns:a="http://schemas.openxmlformats.org/drawingml/2006/main">
              <a:ext uri="{FF2B5EF4-FFF2-40B4-BE49-F238E27FC236}">
                <a16:creationId xmlns:a16="http://schemas.microsoft.com/office/drawing/2014/main" id="{3B255748-8C92-4116-80C5-4B5E2609D900}"/>
              </a:ext>
            </a:extLst>
          </p:cNvPr>
          <p:cNvSpPr>
            <a:spLocks xmlns:a="http://schemas.openxmlformats.org/drawingml/2006/main" noGrp="1"/>
          </p:cNvSpPr>
          <p:nvPr/>
        </p:nvSpPr>
        <p:spPr>
          <a:xfrm xmlns:a="http://schemas.openxmlformats.org/drawingml/2006/main">
            <a:off x="685800" y="31527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2325" b="0">
                <a:solidFill>
                  <a:srgbClr val="1E302F"/>
                </a:solidFill>
                <a:latin typeface="Noto Sans KR"/>
                <a:ea typeface="Noto Sans KR"/>
                <a:cs typeface="Noto Sans KR"/>
              </a:defRPr>
            </a:pPr>
            <a:r>
              <a:rPr sz="2325" b="0">
                <a:solidFill>
                  <a:srgbClr val="1E302F"/>
                </a:solidFill>
                <a:latin typeface="Noto Sans KR"/>
                <a:ea typeface="Noto Sans KR"/>
                <a:cs typeface="Noto Sans KR"/>
              </a:rPr>
              <a:t>원본 모델</a:t>
            </a:r>
          </a:p>
        </p:txBody>
      </p:sp>
      <p:sp>
        <p:nvSpPr>
          <p:cNvPr id="13" name="S02-name-1">
            <a:extLst xmlns:a="http://schemas.openxmlformats.org/drawingml/2006/main">
              <a:ext uri="{FF2B5EF4-FFF2-40B4-BE49-F238E27FC236}">
                <a16:creationId xmlns:a16="http://schemas.microsoft.com/office/drawing/2014/main" id="{A0B32358-522A-4BA5-BCDC-B4E517EE2F5A}"/>
              </a:ext>
            </a:extLst>
          </p:cNvPr>
          <p:cNvSpPr>
            <a:spLocks xmlns:a="http://schemas.openxmlformats.org/drawingml/2006/main" noGrp="1"/>
          </p:cNvSpPr>
          <p:nvPr/>
        </p:nvSpPr>
        <p:spPr>
          <a:xfrm xmlns:a="http://schemas.openxmlformats.org/drawingml/2006/main">
            <a:off x="685800" y="3724275"/>
            <a:ext cx="30956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575" b="0">
                <a:solidFill>
                  <a:srgbClr val="287D78"/>
                </a:solidFill>
                <a:latin typeface="Noto Sans KR"/>
                <a:ea typeface="Noto Sans KR"/>
                <a:cs typeface="Noto Sans KR"/>
              </a:defRPr>
            </a:pPr>
            <a:r>
              <a:rPr sz="1575" b="0">
                <a:solidFill>
                  <a:srgbClr val="287D78"/>
                </a:solidFill>
                <a:latin typeface="Noto Sans KR"/>
                <a:ea typeface="Noto Sans KR"/>
                <a:cs typeface="Noto Sans KR"/>
              </a:rPr>
              <a:t>baseline</a:t>
            </a:r>
          </a:p>
        </p:txBody>
      </p:sp>
      <p:sp>
        <p:nvSpPr>
          <p:cNvPr id="14" name="S02-detail-1">
            <a:extLst xmlns:a="http://schemas.openxmlformats.org/drawingml/2006/main">
              <a:ext uri="{FF2B5EF4-FFF2-40B4-BE49-F238E27FC236}">
                <a16:creationId xmlns:a16="http://schemas.microsoft.com/office/drawing/2014/main" id="{8163D1DC-96EF-4ED4-8579-637CFF611AFD}"/>
              </a:ext>
            </a:extLst>
          </p:cNvPr>
          <p:cNvSpPr>
            <a:spLocks xmlns:a="http://schemas.openxmlformats.org/drawingml/2006/main" noGrp="1"/>
          </p:cNvSpPr>
          <p:nvPr/>
        </p:nvSpPr>
        <p:spPr>
          <a:xfrm xmlns:a="http://schemas.openxmlformats.org/drawingml/2006/main">
            <a:off x="685800" y="4295775"/>
            <a:ext cx="3181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875" b="0">
                <a:solidFill>
                  <a:srgbClr val="586C68"/>
                </a:solidFill>
                <a:latin typeface="Noto Sans KR"/>
                <a:ea typeface="Noto Sans KR"/>
                <a:cs typeface="Noto Sans KR"/>
              </a:defRPr>
            </a:pPr>
            <a:r>
              <a:rPr sz="1875" b="0">
                <a:solidFill>
                  <a:srgbClr val="586C68"/>
                </a:solidFill>
                <a:latin typeface="Noto Sans KR"/>
                <a:ea typeface="Noto Sans KR"/>
                <a:cs typeface="Noto Sans KR"/>
              </a:rPr>
              <a:t>성능 비교의 기준이자</a:t>
            </a:r>
          </a:p>
          <a:p xmlns:a="http://schemas.openxmlformats.org/drawingml/2006/main">
            <a:pPr>
              <a:defRPr sz="1875" b="0">
                <a:solidFill>
                  <a:srgbClr val="586C68"/>
                </a:solidFill>
                <a:latin typeface="Noto Sans KR"/>
                <a:ea typeface="Noto Sans KR"/>
                <a:cs typeface="Noto Sans KR"/>
              </a:defRPr>
            </a:pPr>
            <a:r>
              <a:rPr sz="1875" b="0">
                <a:solidFill>
                  <a:srgbClr val="586C68"/>
                </a:solidFill>
                <a:latin typeface="Noto Sans KR"/>
                <a:ea typeface="Noto Sans KR"/>
                <a:cs typeface="Noto Sans KR"/>
              </a:rPr>
              <a:t>지식을 전달하는 교사</a:t>
            </a:r>
          </a:p>
        </p:txBody>
      </p:sp>
      <p:sp>
        <p:nvSpPr>
          <p:cNvPr id="15" name="S02-stage-2">
            <a:extLst xmlns:a="http://schemas.openxmlformats.org/drawingml/2006/main">
              <a:ext uri="{FF2B5EF4-FFF2-40B4-BE49-F238E27FC236}">
                <a16:creationId xmlns:a16="http://schemas.microsoft.com/office/drawing/2014/main" id="{EC6DF5DA-CB92-447B-824F-1136A9473C88}"/>
              </a:ext>
            </a:extLst>
          </p:cNvPr>
          <p:cNvSpPr>
            <a:spLocks xmlns:a="http://schemas.openxmlformats.org/drawingml/2006/main" noGrp="1"/>
          </p:cNvSpPr>
          <p:nvPr/>
        </p:nvSpPr>
        <p:spPr>
          <a:xfrm xmlns:a="http://schemas.openxmlformats.org/drawingml/2006/main">
            <a:off x="4648200" y="31527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2325" b="0">
                <a:solidFill>
                  <a:srgbClr val="1E302F"/>
                </a:solidFill>
                <a:latin typeface="Noto Sans KR"/>
                <a:ea typeface="Noto Sans KR"/>
                <a:cs typeface="Noto Sans KR"/>
              </a:defRPr>
            </a:pPr>
            <a:r>
              <a:rPr sz="2325" b="0">
                <a:solidFill>
                  <a:srgbClr val="1E302F"/>
                </a:solidFill>
                <a:latin typeface="Noto Sans KR"/>
                <a:ea typeface="Noto Sans KR"/>
                <a:cs typeface="Noto Sans KR"/>
              </a:rPr>
              <a:t>지식 증류</a:t>
            </a:r>
          </a:p>
        </p:txBody>
      </p:sp>
      <p:sp>
        <p:nvSpPr>
          <p:cNvPr id="16" name="S02-name-2">
            <a:extLst xmlns:a="http://schemas.openxmlformats.org/drawingml/2006/main">
              <a:ext uri="{FF2B5EF4-FFF2-40B4-BE49-F238E27FC236}">
                <a16:creationId xmlns:a16="http://schemas.microsoft.com/office/drawing/2014/main" id="{3F995C22-AFC7-4DFD-908B-E11D787E3A71}"/>
              </a:ext>
            </a:extLst>
          </p:cNvPr>
          <p:cNvSpPr>
            <a:spLocks xmlns:a="http://schemas.openxmlformats.org/drawingml/2006/main" noGrp="1"/>
          </p:cNvSpPr>
          <p:nvPr/>
        </p:nvSpPr>
        <p:spPr>
          <a:xfrm xmlns:a="http://schemas.openxmlformats.org/drawingml/2006/main">
            <a:off x="4648200" y="3724275"/>
            <a:ext cx="30956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575" b="0">
                <a:solidFill>
                  <a:srgbClr val="287D78"/>
                </a:solidFill>
                <a:latin typeface="Noto Sans KR"/>
                <a:ea typeface="Noto Sans KR"/>
                <a:cs typeface="Noto Sans KR"/>
              </a:defRPr>
            </a:pPr>
            <a:r>
              <a:rPr sz="1575" b="0">
                <a:solidFill>
                  <a:srgbClr val="287D78"/>
                </a:solidFill>
                <a:latin typeface="Noto Sans KR"/>
                <a:ea typeface="Noto Sans KR"/>
                <a:cs typeface="Noto Sans KR"/>
              </a:rPr>
              <a:t>distilled</a:t>
            </a:r>
          </a:p>
        </p:txBody>
      </p:sp>
      <p:sp>
        <p:nvSpPr>
          <p:cNvPr id="17" name="S02-detail-2">
            <a:extLst xmlns:a="http://schemas.openxmlformats.org/drawingml/2006/main">
              <a:ext uri="{FF2B5EF4-FFF2-40B4-BE49-F238E27FC236}">
                <a16:creationId xmlns:a16="http://schemas.microsoft.com/office/drawing/2014/main" id="{3CBB847B-6A61-4C2B-9AB9-6D2F44CD338B}"/>
              </a:ext>
            </a:extLst>
          </p:cNvPr>
          <p:cNvSpPr>
            <a:spLocks xmlns:a="http://schemas.openxmlformats.org/drawingml/2006/main" noGrp="1"/>
          </p:cNvSpPr>
          <p:nvPr/>
        </p:nvSpPr>
        <p:spPr>
          <a:xfrm xmlns:a="http://schemas.openxmlformats.org/drawingml/2006/main">
            <a:off x="4648200" y="4295775"/>
            <a:ext cx="3181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875" b="0">
                <a:solidFill>
                  <a:srgbClr val="586C68"/>
                </a:solidFill>
                <a:latin typeface="Noto Sans KR"/>
                <a:ea typeface="Noto Sans KR"/>
                <a:cs typeface="Noto Sans KR"/>
              </a:defRPr>
            </a:pPr>
            <a:r>
              <a:rPr sz="1875" b="0">
                <a:solidFill>
                  <a:srgbClr val="586C68"/>
                </a:solidFill>
                <a:latin typeface="Noto Sans KR"/>
                <a:ea typeface="Noto Sans KR"/>
                <a:cs typeface="Noto Sans KR"/>
              </a:rPr>
              <a:t>교사의 예측을 활용해</a:t>
            </a:r>
          </a:p>
          <a:p xmlns:a="http://schemas.openxmlformats.org/drawingml/2006/main">
            <a:pPr>
              <a:defRPr sz="1875" b="0">
                <a:solidFill>
                  <a:srgbClr val="586C68"/>
                </a:solidFill>
                <a:latin typeface="Noto Sans KR"/>
                <a:ea typeface="Noto Sans KR"/>
                <a:cs typeface="Noto Sans KR"/>
              </a:defRPr>
            </a:pPr>
            <a:r>
              <a:rPr sz="1875" b="0">
                <a:solidFill>
                  <a:srgbClr val="586C68"/>
                </a:solidFill>
                <a:latin typeface="Noto Sans KR"/>
                <a:ea typeface="Noto Sans KR"/>
                <a:cs typeface="Noto Sans KR"/>
              </a:rPr>
              <a:t>작은 학생 모델을 학습</a:t>
            </a:r>
          </a:p>
        </p:txBody>
      </p:sp>
      <p:sp>
        <p:nvSpPr>
          <p:cNvPr id="18" name="S02-stage-3">
            <a:extLst xmlns:a="http://schemas.openxmlformats.org/drawingml/2006/main">
              <a:ext uri="{FF2B5EF4-FFF2-40B4-BE49-F238E27FC236}">
                <a16:creationId xmlns:a16="http://schemas.microsoft.com/office/drawing/2014/main" id="{82B7BC8E-9832-48D3-8016-25E9CB8E30CA}"/>
              </a:ext>
            </a:extLst>
          </p:cNvPr>
          <p:cNvSpPr>
            <a:spLocks xmlns:a="http://schemas.openxmlformats.org/drawingml/2006/main" noGrp="1"/>
          </p:cNvSpPr>
          <p:nvPr/>
        </p:nvSpPr>
        <p:spPr>
          <a:xfrm xmlns:a="http://schemas.openxmlformats.org/drawingml/2006/main">
            <a:off x="8610600" y="31527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2325" b="0">
                <a:solidFill>
                  <a:srgbClr val="1E302F"/>
                </a:solidFill>
                <a:latin typeface="Noto Sans KR"/>
                <a:ea typeface="Noto Sans KR"/>
                <a:cs typeface="Noto Sans KR"/>
              </a:defRPr>
            </a:pPr>
            <a:r>
              <a:rPr sz="2325" b="0">
                <a:solidFill>
                  <a:srgbClr val="1E302F"/>
                </a:solidFill>
                <a:latin typeface="Noto Sans KR"/>
                <a:ea typeface="Noto Sans KR"/>
                <a:cs typeface="Noto Sans KR"/>
              </a:rPr>
              <a:t>INT8 양자화</a:t>
            </a:r>
          </a:p>
        </p:txBody>
      </p:sp>
      <p:sp>
        <p:nvSpPr>
          <p:cNvPr id="19" name="S02-name-3">
            <a:extLst xmlns:a="http://schemas.openxmlformats.org/drawingml/2006/main">
              <a:ext uri="{FF2B5EF4-FFF2-40B4-BE49-F238E27FC236}">
                <a16:creationId xmlns:a16="http://schemas.microsoft.com/office/drawing/2014/main" id="{820F9FF6-F9F0-419F-80D6-D18FDA8EA6BE}"/>
              </a:ext>
            </a:extLst>
          </p:cNvPr>
          <p:cNvSpPr>
            <a:spLocks xmlns:a="http://schemas.openxmlformats.org/drawingml/2006/main" noGrp="1"/>
          </p:cNvSpPr>
          <p:nvPr/>
        </p:nvSpPr>
        <p:spPr>
          <a:xfrm xmlns:a="http://schemas.openxmlformats.org/drawingml/2006/main">
            <a:off x="8610600" y="3724275"/>
            <a:ext cx="30956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575" b="0">
                <a:solidFill>
                  <a:srgbClr val="287D78"/>
                </a:solidFill>
                <a:latin typeface="Noto Sans KR"/>
                <a:ea typeface="Noto Sans KR"/>
                <a:cs typeface="Noto Sans KR"/>
              </a:defRPr>
            </a:pPr>
            <a:r>
              <a:rPr sz="1575" b="0">
                <a:solidFill>
                  <a:srgbClr val="287D78"/>
                </a:solidFill>
                <a:latin typeface="Noto Sans KR"/>
                <a:ea typeface="Noto Sans KR"/>
                <a:cs typeface="Noto Sans KR"/>
              </a:rPr>
              <a:t>int8</a:t>
            </a:r>
          </a:p>
        </p:txBody>
      </p:sp>
      <p:sp>
        <p:nvSpPr>
          <p:cNvPr id="20" name="S02-detail-3">
            <a:extLst xmlns:a="http://schemas.openxmlformats.org/drawingml/2006/main">
              <a:ext uri="{FF2B5EF4-FFF2-40B4-BE49-F238E27FC236}">
                <a16:creationId xmlns:a16="http://schemas.microsoft.com/office/drawing/2014/main" id="{B0B51D7C-49A5-4EE0-AC3E-15CA075CCD37}"/>
              </a:ext>
            </a:extLst>
          </p:cNvPr>
          <p:cNvSpPr>
            <a:spLocks xmlns:a="http://schemas.openxmlformats.org/drawingml/2006/main" noGrp="1"/>
          </p:cNvSpPr>
          <p:nvPr/>
        </p:nvSpPr>
        <p:spPr>
          <a:xfrm xmlns:a="http://schemas.openxmlformats.org/drawingml/2006/main">
            <a:off x="8610600" y="4295775"/>
            <a:ext cx="3181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875" b="0">
                <a:solidFill>
                  <a:srgbClr val="586C68"/>
                </a:solidFill>
                <a:latin typeface="Noto Sans KR"/>
                <a:ea typeface="Noto Sans KR"/>
                <a:cs typeface="Noto Sans KR"/>
              </a:defRPr>
            </a:pPr>
            <a:r>
              <a:rPr sz="1875" b="0">
                <a:solidFill>
                  <a:srgbClr val="586C68"/>
                </a:solidFill>
                <a:latin typeface="Noto Sans KR"/>
                <a:ea typeface="Noto Sans KR"/>
                <a:cs typeface="Noto Sans KR"/>
              </a:rPr>
              <a:t>학생 모델의 수치를</a:t>
            </a:r>
          </a:p>
          <a:p xmlns:a="http://schemas.openxmlformats.org/drawingml/2006/main">
            <a:pPr>
              <a:defRPr sz="1875" b="0">
                <a:solidFill>
                  <a:srgbClr val="586C68"/>
                </a:solidFill>
                <a:latin typeface="Noto Sans KR"/>
                <a:ea typeface="Noto Sans KR"/>
                <a:cs typeface="Noto Sans KR"/>
              </a:defRPr>
            </a:pPr>
            <a:r>
              <a:rPr sz="1875" b="0">
                <a:solidFill>
                  <a:srgbClr val="586C68"/>
                </a:solidFill>
                <a:latin typeface="Noto Sans KR"/>
                <a:ea typeface="Noto Sans KR"/>
                <a:cs typeface="Noto Sans KR"/>
              </a:rPr>
              <a:t>8비트 정수로 표현</a:t>
            </a:r>
          </a:p>
        </p:txBody>
      </p:sp>
      <p:sp>
        <p:nvSpPr>
          <p:cNvPr id="21" name="S02-caveat">
            <a:extLst xmlns:a="http://schemas.openxmlformats.org/drawingml/2006/main">
              <a:ext uri="{FF2B5EF4-FFF2-40B4-BE49-F238E27FC236}">
                <a16:creationId xmlns:a16="http://schemas.microsoft.com/office/drawing/2014/main" id="{DFB475F4-CA07-4E35-8D1A-33D2E166A989}"/>
              </a:ext>
            </a:extLst>
          </p:cNvPr>
          <p:cNvSpPr>
            <a:spLocks xmlns:a="http://schemas.openxmlformats.org/drawingml/2006/main" noGrp="1"/>
          </p:cNvSpPr>
          <p:nvPr/>
        </p:nvSpPr>
        <p:spPr>
          <a:xfrm xmlns:a="http://schemas.openxmlformats.org/drawingml/2006/main">
            <a:off x="685800" y="5657850"/>
            <a:ext cx="1082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575" b="0">
                <a:solidFill>
                  <a:srgbClr val="586C68"/>
                </a:solidFill>
                <a:latin typeface="Noto Sans KR"/>
                <a:ea typeface="Noto Sans KR"/>
                <a:cs typeface="Noto Sans KR"/>
              </a:defRPr>
            </a:pPr>
            <a:r>
              <a:rPr sz="1575" b="0">
                <a:solidFill>
                  <a:srgbClr val="586C68"/>
                </a:solidFill>
                <a:latin typeface="Noto Sans KR"/>
                <a:ea typeface="Noto Sans KR"/>
                <a:cs typeface="Noto Sans KR"/>
              </a:rPr>
              <a:t>개념도입니다. 모델 구조와 구체적인 양자화 범위는 미제공입니다.</a:t>
            </a:r>
          </a:p>
        </p:txBody>
      </p:sp>
    </p:spTree>
    <p:extLst>
      <p:ext uri="{BB962C8B-B14F-4D97-AF65-F5344CB8AC3E}">
        <p14:creationId xmlns:p14="http://schemas.microsoft.com/office/powerpoint/2010/main" val="1730807046"/>
      </p:ext>
    </p:extLst>
  </p:cSld>
</p:sld>
</file>

<file path=ppt/slides/slide3.xml><?xml version="1.0" encoding="utf-8"?>
<p:sld xmlns:p="http://schemas.openxmlformats.org/presentationml/2006/main">
  <p:cSld>
    <p:bg>
      <p:bgPr>
        <a:solidFill xmlns:a="http://schemas.openxmlformats.org/drawingml/2006/main">
          <a:srgbClr val="F6F4EE"/>
        </a:solidFill>
      </p:bgPr>
    </p:bg>
    <p:spTree>
      <p:nvGrpSpPr>
        <p:cNvPr id="1" name=""/>
        <p:cNvGrpSpPr/>
        <p:nvPr/>
      </p:nvGrpSpPr>
      <p:grpSpPr>
        <a:xfrm xmlns:a="http://schemas.openxmlformats.org/drawingml/2006/main"/>
      </p:grpSpPr>
      <p:sp>
        <p:nvSpPr>
          <p:cNvPr id="9" name="S03-section">
            <a:extLst xmlns:a="http://schemas.openxmlformats.org/drawingml/2006/main">
              <a:ext uri="{FF2B5EF4-FFF2-40B4-BE49-F238E27FC236}">
                <a16:creationId xmlns:a16="http://schemas.microsoft.com/office/drawing/2014/main" id="{4A977C47-17CC-4211-8A2E-874B03EB1C9F}"/>
              </a:ext>
            </a:extLst>
          </p:cNvPr>
          <p:cNvSpPr>
            <a:spLocks xmlns:a="http://schemas.openxmlformats.org/drawingml/2006/main" noGrp="1"/>
          </p:cNvSpPr>
          <p:nvPr/>
        </p:nvSpPr>
        <p:spPr>
          <a:xfrm xmlns:a="http://schemas.openxmlformats.org/drawingml/2006/main">
            <a:off x="685800" y="400050"/>
            <a:ext cx="10744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425" b="0">
                <a:solidFill>
                  <a:srgbClr val="287D78"/>
                </a:solidFill>
                <a:latin typeface="Noto Sans KR"/>
                <a:ea typeface="Noto Sans KR"/>
                <a:cs typeface="Noto Sans KR"/>
              </a:defRPr>
            </a:pPr>
            <a:r>
              <a:rPr sz="1425" b="0">
                <a:solidFill>
                  <a:srgbClr val="287D78"/>
                </a:solidFill>
                <a:latin typeface="Noto Sans KR"/>
                <a:ea typeface="Noto Sans KR"/>
                <a:cs typeface="Noto Sans KR"/>
              </a:rPr>
              <a:t>근거 / 가상 성능 비교</a:t>
            </a:r>
          </a:p>
        </p:txBody>
      </p:sp>
      <p:sp>
        <p:nvSpPr>
          <p:cNvPr id="2" name="S03-title">
            <a:extLst xmlns:a="http://schemas.openxmlformats.org/drawingml/2006/main">
              <a:ext uri="{FF2B5EF4-FFF2-40B4-BE49-F238E27FC236}">
                <a16:creationId xmlns:a16="http://schemas.microsoft.com/office/drawing/2014/main" id="{637CBAEC-8932-4949-883B-45B915562792}"/>
              </a:ext>
            </a:extLst>
          </p:cNvPr>
          <p:cNvSpPr>
            <a:spLocks xmlns:a="http://schemas.openxmlformats.org/drawingml/2006/main" noGrp="1"/>
          </p:cNvSpPr>
          <p:nvPr/>
        </p:nvSpPr>
        <p:spPr>
          <a:xfrm xmlns:a="http://schemas.openxmlformats.org/drawingml/2006/main">
            <a:off x="685800" y="89535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3000" b="0">
                <a:solidFill>
                  <a:srgbClr val="1E302F"/>
                </a:solidFill>
                <a:latin typeface="Noto Sans KR"/>
                <a:ea typeface="Noto Sans KR"/>
                <a:cs typeface="Noto Sans KR"/>
              </a:defRPr>
            </a:pPr>
            <a:r>
              <a:rPr sz="3000" b="0">
                <a:solidFill>
                  <a:srgbClr val="1E302F"/>
                </a:solidFill>
                <a:latin typeface="Noto Sans KR"/>
                <a:ea typeface="Noto Sans KR"/>
                <a:cs typeface="Noto Sans KR"/>
              </a:rPr>
              <a:t>같은 조건에서 비교한 세 모델</a:t>
            </a:r>
          </a:p>
        </p:txBody>
      </p:sp>
      <p:sp>
        <p:nvSpPr>
          <p:cNvPr id="3" name="S03-disclosure">
            <a:extLst xmlns:a="http://schemas.openxmlformats.org/drawingml/2006/main">
              <a:ext uri="{FF2B5EF4-FFF2-40B4-BE49-F238E27FC236}">
                <a16:creationId xmlns:a16="http://schemas.microsoft.com/office/drawing/2014/main" id="{FE134A85-4D4D-45CE-A707-FFA2EC007CF9}"/>
              </a:ext>
            </a:extLst>
          </p:cNvPr>
          <p:cNvSpPr>
            <a:spLocks xmlns:a="http://schemas.openxmlformats.org/drawingml/2006/main" noGrp="1"/>
          </p:cNvSpPr>
          <p:nvPr/>
        </p:nvSpPr>
        <p:spPr>
          <a:xfrm xmlns:a="http://schemas.openxmlformats.org/drawingml/2006/main">
            <a:off x="685800" y="6372225"/>
            <a:ext cx="9525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275" b="0">
                <a:solidFill>
                  <a:srgbClr val="586C68"/>
                </a:solidFill>
                <a:latin typeface="Noto Sans KR"/>
                <a:ea typeface="Noto Sans KR"/>
                <a:cs typeface="Noto Sans KR"/>
              </a:defRPr>
            </a:pPr>
            <a:r>
              <a:rPr sz="1275" b="0">
                <a:solidFill>
                  <a:srgbClr val="586C68"/>
                </a:solidFill>
                <a:latin typeface="Noto Sans KR"/>
                <a:ea typeface="Noto Sans KR"/>
                <a:cs typeface="Noto Sans KR"/>
              </a:rPr>
              <a:t>가상 데이터 · 실제 실험 결과가 아닙니다</a:t>
            </a:r>
          </a:p>
        </p:txBody>
      </p:sp>
      <p:sp>
        <p:nvSpPr>
          <p:cNvPr id="4" name="S03-number">
            <a:extLst xmlns:a="http://schemas.openxmlformats.org/drawingml/2006/main">
              <a:ext uri="{FF2B5EF4-FFF2-40B4-BE49-F238E27FC236}">
                <a16:creationId xmlns:a16="http://schemas.microsoft.com/office/drawing/2014/main" id="{92A6B5AD-B840-47F5-B622-8D0D07A06E95}"/>
              </a:ext>
            </a:extLst>
          </p:cNvPr>
          <p:cNvSpPr>
            <a:spLocks xmlns:a="http://schemas.openxmlformats.org/drawingml/2006/main" noGrp="1"/>
          </p:cNvSpPr>
          <p:nvPr/>
        </p:nvSpPr>
        <p:spPr>
          <a:xfrm xmlns:a="http://schemas.openxmlformats.org/drawingml/2006/main">
            <a:off x="11144250" y="6372225"/>
            <a:ext cx="3619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275" b="0">
                <a:solidFill>
                  <a:srgbClr val="586C68"/>
                </a:solidFill>
                <a:latin typeface="Noto Sans KR"/>
                <a:ea typeface="Noto Sans KR"/>
                <a:cs typeface="Noto Sans KR"/>
              </a:defRPr>
            </a:pPr>
            <a:r>
              <a:rPr sz="1275" b="0">
                <a:solidFill>
                  <a:srgbClr val="586C68"/>
                </a:solidFill>
                <a:latin typeface="Noto Sans KR"/>
                <a:ea typeface="Noto Sans KR"/>
                <a:cs typeface="Noto Sans KR"/>
              </a:rPr>
              <a:t>03</a:t>
            </a:r>
          </a:p>
        </p:txBody>
      </p:sp>
      <p:sp>
        <p:nvSpPr>
          <p:cNvPr id="5" name="S03-direction">
            <a:extLst xmlns:a="http://schemas.openxmlformats.org/drawingml/2006/main">
              <a:ext uri="{FF2B5EF4-FFF2-40B4-BE49-F238E27FC236}">
                <a16:creationId xmlns:a16="http://schemas.microsoft.com/office/drawing/2014/main" id="{E2651EEA-DA78-4796-99AD-7D447059044A}"/>
              </a:ext>
            </a:extLst>
          </p:cNvPr>
          <p:cNvSpPr>
            <a:spLocks xmlns:a="http://schemas.openxmlformats.org/drawingml/2006/main" noGrp="1"/>
          </p:cNvSpPr>
          <p:nvPr/>
        </p:nvSpPr>
        <p:spPr>
          <a:xfrm xmlns:a="http://schemas.openxmlformats.org/drawingml/2006/main">
            <a:off x="685800" y="1628775"/>
            <a:ext cx="10820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800" b="0">
                <a:solidFill>
                  <a:srgbClr val="586C68"/>
                </a:solidFill>
                <a:latin typeface="Noto Sans KR"/>
                <a:ea typeface="Noto Sans KR"/>
                <a:cs typeface="Noto Sans KR"/>
              </a:defRPr>
            </a:pPr>
            <a:r>
              <a:rPr sz="1800" b="0">
                <a:solidFill>
                  <a:srgbClr val="586C68"/>
                </a:solidFill>
                <a:latin typeface="Noto Sans KR"/>
                <a:ea typeface="Noto Sans KR"/>
                <a:cs typeface="Noto Sans KR"/>
              </a:rPr>
              <a:t>지연과 모델 크기는 낮을수록, F1은 높을수록 좋습니다.</a:t>
            </a:r>
          </a:p>
        </p:txBody>
      </p:sp>
      <p:graphicFrame>
        <p:nvGraphicFramePr>
          <p:cNvPr id="14" name=""/>
          <p:cNvGraphicFramePr/>
          <p:nvPr/>
        </p:nvGraphicFramePr>
        <p:xfrm>
          <a:off xmlns:a="http://schemas.openxmlformats.org/drawingml/2006/main" x="609600" y="2314575"/>
          <a:ext xmlns:a="http://schemas.openxmlformats.org/drawingml/2006/main" cx="10972800" cy="2857500"/>
        </p:xfrm>
        <a:graphic xmlns:a="http://schemas.openxmlformats.org/drawingml/2006/main">
          <a:graphicData uri="http://schemas.openxmlformats.org/drawingml/2006/table">
            <a:tbl>
              <a:tblPr/>
              <a:tblGrid>
                <a:gridCol w="3429000"/>
                <a:gridCol w="2667000"/>
                <a:gridCol w="2209800"/>
                <a:gridCol w="2667000"/>
              </a:tblGrid>
              <a:tr h="714375">
                <a:tc>
                  <a:txBody>
                    <a:bodyPr/>
                    <a:lstStyle/>
                    <a:p>
                      <a:pPr algn="l"/>
                      <a:r>
                        <a:rPr sz="1800" b="0">
                          <a:solidFill>
                            <a:srgbClr val="586C68"/>
                          </a:solidFill>
                          <a:latin typeface="Noto Sans KR"/>
                          <a:ea typeface="Noto Sans KR"/>
                          <a:cs typeface="Noto Sans KR"/>
                        </a:rPr>
                        <a:t>모델</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c>
                  <a:txBody>
                    <a:bodyPr/>
                    <a:lstStyle/>
                    <a:p>
                      <a:pPr algn="ctr"/>
                      <a:r>
                        <a:rPr sz="1800" b="0">
                          <a:solidFill>
                            <a:srgbClr val="586C68"/>
                          </a:solidFill>
                          <a:latin typeface="Noto Sans KR"/>
                          <a:ea typeface="Noto Sans KR"/>
                          <a:cs typeface="Noto Sans KR"/>
                        </a:rPr>
                        <a:t>지연 (ms)</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c>
                  <a:txBody>
                    <a:bodyPr/>
                    <a:lstStyle/>
                    <a:p>
                      <a:pPr algn="ctr"/>
                      <a:r>
                        <a:rPr sz="1800" b="0">
                          <a:solidFill>
                            <a:srgbClr val="586C68"/>
                          </a:solidFill>
                          <a:latin typeface="Noto Sans KR"/>
                          <a:ea typeface="Noto Sans KR"/>
                          <a:cs typeface="Noto Sans KR"/>
                        </a:rPr>
                        <a:t>F1</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c>
                  <a:txBody>
                    <a:bodyPr/>
                    <a:lstStyle/>
                    <a:p>
                      <a:pPr algn="ctr"/>
                      <a:r>
                        <a:rPr sz="1800" b="0">
                          <a:solidFill>
                            <a:srgbClr val="586C68"/>
                          </a:solidFill>
                          <a:latin typeface="Noto Sans KR"/>
                          <a:ea typeface="Noto Sans KR"/>
                          <a:cs typeface="Noto Sans KR"/>
                        </a:rPr>
                        <a:t>크기 (MB)</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r>
              <a:tr h="714375">
                <a:tc>
                  <a:txBody>
                    <a:bodyPr/>
                    <a:lstStyle/>
                    <a:p>
                      <a:pPr algn="l"/>
                      <a:r>
                        <a:rPr sz="2400" b="0">
                          <a:solidFill>
                            <a:srgbClr val="1E302F"/>
                          </a:solidFill>
                          <a:latin typeface="Noto Sans KR"/>
                          <a:ea typeface="Noto Sans KR"/>
                          <a:cs typeface="Noto Sans KR"/>
                        </a:rPr>
                        <a:t>baseline</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c>
                  <a:txBody>
                    <a:bodyPr/>
                    <a:lstStyle/>
                    <a:p>
                      <a:pPr algn="ctr"/>
                      <a:r>
                        <a:rPr sz="2400" b="0">
                          <a:solidFill>
                            <a:srgbClr val="1E302F"/>
                          </a:solidFill>
                          <a:latin typeface="Noto Sans KR"/>
                          <a:ea typeface="Noto Sans KR"/>
                          <a:cs typeface="Noto Sans KR"/>
                        </a:rPr>
                        <a:t>120</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c>
                  <a:txBody>
                    <a:bodyPr/>
                    <a:lstStyle/>
                    <a:p>
                      <a:pPr algn="ctr"/>
                      <a:r>
                        <a:rPr sz="2400" b="0">
                          <a:solidFill>
                            <a:srgbClr val="1E302F"/>
                          </a:solidFill>
                          <a:latin typeface="Noto Sans KR"/>
                          <a:ea typeface="Noto Sans KR"/>
                          <a:cs typeface="Noto Sans KR"/>
                        </a:rPr>
                        <a:t>0.910</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c>
                  <a:txBody>
                    <a:bodyPr/>
                    <a:lstStyle/>
                    <a:p>
                      <a:pPr algn="ctr"/>
                      <a:r>
                        <a:rPr sz="2400" b="0">
                          <a:solidFill>
                            <a:srgbClr val="1E302F"/>
                          </a:solidFill>
                          <a:latin typeface="Noto Sans KR"/>
                          <a:ea typeface="Noto Sans KR"/>
                          <a:cs typeface="Noto Sans KR"/>
                        </a:rPr>
                        <a:t>48</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r>
              <a:tr h="714375">
                <a:tc>
                  <a:txBody>
                    <a:bodyPr/>
                    <a:lstStyle/>
                    <a:p>
                      <a:pPr algn="l"/>
                      <a:r>
                        <a:rPr sz="2400" b="0">
                          <a:solidFill>
                            <a:srgbClr val="1E302F"/>
                          </a:solidFill>
                          <a:latin typeface="Noto Sans KR"/>
                          <a:ea typeface="Noto Sans KR"/>
                          <a:cs typeface="Noto Sans KR"/>
                        </a:rPr>
                        <a:t>distilled</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c>
                  <a:txBody>
                    <a:bodyPr/>
                    <a:lstStyle/>
                    <a:p>
                      <a:pPr algn="ctr"/>
                      <a:r>
                        <a:rPr sz="2400" b="0">
                          <a:solidFill>
                            <a:srgbClr val="1E302F"/>
                          </a:solidFill>
                          <a:latin typeface="Noto Sans KR"/>
                          <a:ea typeface="Noto Sans KR"/>
                          <a:cs typeface="Noto Sans KR"/>
                        </a:rPr>
                        <a:t>72</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c>
                  <a:txBody>
                    <a:bodyPr/>
                    <a:lstStyle/>
                    <a:p>
                      <a:pPr algn="ctr"/>
                      <a:r>
                        <a:rPr sz="2400" b="0">
                          <a:solidFill>
                            <a:srgbClr val="1E302F"/>
                          </a:solidFill>
                          <a:latin typeface="Noto Sans KR"/>
                          <a:ea typeface="Noto Sans KR"/>
                          <a:cs typeface="Noto Sans KR"/>
                        </a:rPr>
                        <a:t>0.902</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c>
                  <a:txBody>
                    <a:bodyPr/>
                    <a:lstStyle/>
                    <a:p>
                      <a:pPr algn="ctr"/>
                      <a:r>
                        <a:rPr sz="2400" b="0">
                          <a:solidFill>
                            <a:srgbClr val="1E302F"/>
                          </a:solidFill>
                          <a:latin typeface="Noto Sans KR"/>
                          <a:ea typeface="Noto Sans KR"/>
                          <a:cs typeface="Noto Sans KR"/>
                        </a:rPr>
                        <a:t>18</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r>
              <a:tr h="714375">
                <a:tc>
                  <a:txBody>
                    <a:bodyPr/>
                    <a:lstStyle/>
                    <a:p>
                      <a:pPr algn="l"/>
                      <a:r>
                        <a:rPr sz="2400" b="0">
                          <a:solidFill>
                            <a:srgbClr val="287D78"/>
                          </a:solidFill>
                          <a:latin typeface="Noto Sans KR"/>
                          <a:ea typeface="Noto Sans KR"/>
                          <a:cs typeface="Noto Sans KR"/>
                        </a:rPr>
                        <a:t>int8</a:t>
                      </a:r>
                    </a:p>
                  </a:txBody>
                  <a:tcPr marL="95250" marR="95250" marT="95250" marB="95250" anchor="ctr">
                    <a:lnL w="12700">
                      <a:noFill/>
                    </a:lnL>
                    <a:lnR w="12700">
                      <a:noFill/>
                    </a:lnR>
                    <a:lnT w="12700">
                      <a:noFill/>
                    </a:lnT>
                    <a:lnB w="12700">
                      <a:noFill/>
                    </a:lnB>
                    <a:lnTlToBr w="12700">
                      <a:noFill/>
                    </a:lnTlToBr>
                    <a:lnBlToTr w="12700">
                      <a:noFill/>
                    </a:lnBlToTr>
                    <a:solidFill>
                      <a:srgbClr val="E8EDE5"/>
                    </a:solidFill>
                  </a:tcPr>
                </a:tc>
                <a:tc>
                  <a:txBody>
                    <a:bodyPr/>
                    <a:lstStyle/>
                    <a:p>
                      <a:pPr algn="ctr"/>
                      <a:r>
                        <a:rPr sz="2400" b="0">
                          <a:solidFill>
                            <a:srgbClr val="287D78"/>
                          </a:solidFill>
                          <a:latin typeface="Noto Sans KR"/>
                          <a:ea typeface="Noto Sans KR"/>
                          <a:cs typeface="Noto Sans KR"/>
                        </a:rPr>
                        <a:t>54</a:t>
                      </a:r>
                    </a:p>
                  </a:txBody>
                  <a:tcPr marL="95250" marR="95250" marT="95250" marB="95250" anchor="ctr">
                    <a:lnL w="12700">
                      <a:noFill/>
                    </a:lnL>
                    <a:lnR w="12700">
                      <a:noFill/>
                    </a:lnR>
                    <a:lnT w="12700">
                      <a:noFill/>
                    </a:lnT>
                    <a:lnB w="12700">
                      <a:noFill/>
                    </a:lnB>
                    <a:lnTlToBr w="12700">
                      <a:noFill/>
                    </a:lnTlToBr>
                    <a:lnBlToTr w="12700">
                      <a:noFill/>
                    </a:lnBlToTr>
                    <a:solidFill>
                      <a:srgbClr val="E8EDE5"/>
                    </a:solidFill>
                  </a:tcPr>
                </a:tc>
                <a:tc>
                  <a:txBody>
                    <a:bodyPr/>
                    <a:lstStyle/>
                    <a:p>
                      <a:pPr algn="ctr"/>
                      <a:r>
                        <a:rPr sz="2400" b="0">
                          <a:solidFill>
                            <a:srgbClr val="287D78"/>
                          </a:solidFill>
                          <a:latin typeface="Noto Sans KR"/>
                          <a:ea typeface="Noto Sans KR"/>
                          <a:cs typeface="Noto Sans KR"/>
                        </a:rPr>
                        <a:t>0.896</a:t>
                      </a:r>
                    </a:p>
                  </a:txBody>
                  <a:tcPr marL="95250" marR="95250" marT="95250" marB="95250" anchor="ctr">
                    <a:lnL w="12700">
                      <a:noFill/>
                    </a:lnL>
                    <a:lnR w="12700">
                      <a:noFill/>
                    </a:lnR>
                    <a:lnT w="12700">
                      <a:noFill/>
                    </a:lnT>
                    <a:lnB w="12700">
                      <a:noFill/>
                    </a:lnB>
                    <a:lnTlToBr w="12700">
                      <a:noFill/>
                    </a:lnTlToBr>
                    <a:lnBlToTr w="12700">
                      <a:noFill/>
                    </a:lnBlToTr>
                    <a:solidFill>
                      <a:srgbClr val="E8EDE5"/>
                    </a:solidFill>
                  </a:tcPr>
                </a:tc>
                <a:tc>
                  <a:txBody>
                    <a:bodyPr/>
                    <a:lstStyle/>
                    <a:p>
                      <a:pPr algn="ctr"/>
                      <a:r>
                        <a:rPr sz="2400" b="0">
                          <a:solidFill>
                            <a:srgbClr val="287D78"/>
                          </a:solidFill>
                          <a:latin typeface="Noto Sans KR"/>
                          <a:ea typeface="Noto Sans KR"/>
                          <a:cs typeface="Noto Sans KR"/>
                        </a:rPr>
                        <a:t>12</a:t>
                      </a:r>
                    </a:p>
                  </a:txBody>
                  <a:tcPr marL="95250" marR="95250" marT="95250" marB="95250" anchor="ctr">
                    <a:lnL w="12700">
                      <a:noFill/>
                    </a:lnL>
                    <a:lnR w="12700">
                      <a:noFill/>
                    </a:lnR>
                    <a:lnT w="12700">
                      <a:noFill/>
                    </a:lnT>
                    <a:lnB w="12700">
                      <a:noFill/>
                    </a:lnB>
                    <a:lnTlToBr w="12700">
                      <a:noFill/>
                    </a:lnTlToBr>
                    <a:lnBlToTr w="12700">
                      <a:noFill/>
                    </a:lnBlToTr>
                    <a:solidFill>
                      <a:srgbClr val="E8EDE5"/>
                    </a:solidFill>
                  </a:tcPr>
                </a:tc>
              </a:tr>
            </a:tbl>
          </a:graphicData>
        </a:graphic>
      </p:graphicFrame>
      <p:sp>
        <p:nvSpPr>
          <p:cNvPr id="7" name="S03-header-rule">
            <a:extLst xmlns:a="http://schemas.openxmlformats.org/drawingml/2006/main">
              <a:ext uri="{FF2B5EF4-FFF2-40B4-BE49-F238E27FC236}">
                <a16:creationId xmlns:a16="http://schemas.microsoft.com/office/drawing/2014/main" id="{94C32CC6-869D-49B4-A594-1986EF544B0B}"/>
              </a:ext>
            </a:extLst>
          </p:cNvPr>
          <p:cNvSpPr>
            <a:spLocks xmlns:a="http://schemas.openxmlformats.org/drawingml/2006/main" noGrp="1"/>
          </p:cNvSpPr>
          <p:nvPr/>
        </p:nvSpPr>
        <p:spPr>
          <a:xfrm xmlns:a="http://schemas.openxmlformats.org/drawingml/2006/main">
            <a:off x="685800" y="3028950"/>
            <a:ext cx="10820400" cy="0"/>
          </a:xfrm>
          <a:prstGeom xmlns:a="http://schemas.openxmlformats.org/drawingml/2006/main" prst="line">
            <a:avLst/>
          </a:prstGeom>
          <a:ln xmlns:a="http://schemas.openxmlformats.org/drawingml/2006/main" w="9525">
            <a:solidFill>
              <a:srgbClr val="CFD8D1"/>
            </a:solidFill>
          </a:ln>
        </p:spPr>
      </p:sp>
      <p:sp>
        <p:nvSpPr>
          <p:cNvPr id="8" name="S03-limit">
            <a:extLst xmlns:a="http://schemas.openxmlformats.org/drawingml/2006/main">
              <a:ext uri="{FF2B5EF4-FFF2-40B4-BE49-F238E27FC236}">
                <a16:creationId xmlns:a16="http://schemas.microsoft.com/office/drawing/2014/main" id="{E8B1A52B-4596-4032-B627-1DD543893D98}"/>
              </a:ext>
            </a:extLst>
          </p:cNvPr>
          <p:cNvSpPr>
            <a:spLocks xmlns:a="http://schemas.openxmlformats.org/drawingml/2006/main" noGrp="1"/>
          </p:cNvSpPr>
          <p:nvPr/>
        </p:nvSpPr>
        <p:spPr>
          <a:xfrm xmlns:a="http://schemas.openxmlformats.org/drawingml/2006/main">
            <a:off x="685800" y="5619750"/>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575" b="0">
                <a:solidFill>
                  <a:srgbClr val="586C68"/>
                </a:solidFill>
                <a:latin typeface="Noto Sans KR"/>
                <a:ea typeface="Noto Sans KR"/>
                <a:cs typeface="Noto Sans KR"/>
              </a:defRPr>
            </a:pPr>
            <a:r>
              <a:rPr sz="1575" b="0">
                <a:solidFill>
                  <a:srgbClr val="586C68"/>
                </a:solidFill>
                <a:latin typeface="Noto Sans KR"/>
                <a:ea typeface="Noto Sans KR"/>
                <a:cs typeface="Noto Sans KR"/>
              </a:rPr>
              <a:t>동일 장치·데이터를 가정합니다. 표본수·분산·실제 데이터셋명은 미제공입니다.</a:t>
            </a:r>
          </a:p>
        </p:txBody>
      </p:sp>
    </p:spTree>
    <p:extLst>
      <p:ext uri="{BB962C8B-B14F-4D97-AF65-F5344CB8AC3E}">
        <p14:creationId xmlns:p14="http://schemas.microsoft.com/office/powerpoint/2010/main" val="334039425"/>
      </p:ext>
    </p:extLst>
  </p:cSld>
</p:sld>
</file>

<file path=ppt/slides/slide4.xml><?xml version="1.0" encoding="utf-8"?>
<p:sld xmlns:p="http://schemas.openxmlformats.org/presentationml/2006/main">
  <p:cSld>
    <p:bg>
      <p:bgPr>
        <a:solidFill xmlns:a="http://schemas.openxmlformats.org/drawingml/2006/main">
          <a:srgbClr val="F6F4EE"/>
        </a:solidFill>
      </p:bgPr>
    </p:bg>
    <p:spTree>
      <p:nvGrpSpPr>
        <p:cNvPr id="1" name=""/>
        <p:cNvGrpSpPr/>
        <p:nvPr/>
      </p:nvGrpSpPr>
      <p:grpSpPr>
        <a:xfrm xmlns:a="http://schemas.openxmlformats.org/drawingml/2006/main"/>
      </p:grpSpPr>
      <p:sp>
        <p:nvSpPr>
          <p:cNvPr id="17" name="S04-section">
            <a:extLst xmlns:a="http://schemas.openxmlformats.org/drawingml/2006/main">
              <a:ext uri="{FF2B5EF4-FFF2-40B4-BE49-F238E27FC236}">
                <a16:creationId xmlns:a16="http://schemas.microsoft.com/office/drawing/2014/main" id="{AB55DE22-9EDD-4B78-8464-1109D65F2D1F}"/>
              </a:ext>
            </a:extLst>
          </p:cNvPr>
          <p:cNvSpPr>
            <a:spLocks xmlns:a="http://schemas.openxmlformats.org/drawingml/2006/main" noGrp="1"/>
          </p:cNvSpPr>
          <p:nvPr/>
        </p:nvSpPr>
        <p:spPr>
          <a:xfrm xmlns:a="http://schemas.openxmlformats.org/drawingml/2006/main">
            <a:off x="685800" y="400050"/>
            <a:ext cx="10744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425" b="0">
                <a:solidFill>
                  <a:srgbClr val="287D78"/>
                </a:solidFill>
                <a:latin typeface="Noto Sans KR"/>
                <a:ea typeface="Noto Sans KR"/>
                <a:cs typeface="Noto Sans KR"/>
              </a:defRPr>
            </a:pPr>
            <a:r>
              <a:rPr sz="1425" b="0">
                <a:solidFill>
                  <a:srgbClr val="287D78"/>
                </a:solidFill>
                <a:latin typeface="Noto Sans KR"/>
                <a:ea typeface="Noto Sans KR"/>
                <a:cs typeface="Noto Sans KR"/>
              </a:rPr>
              <a:t>결과 / 원본 대비 INT8</a:t>
            </a:r>
          </a:p>
        </p:txBody>
      </p:sp>
      <p:sp>
        <p:nvSpPr>
          <p:cNvPr id="2" name="S04-title">
            <a:extLst xmlns:a="http://schemas.openxmlformats.org/drawingml/2006/main">
              <a:ext uri="{FF2B5EF4-FFF2-40B4-BE49-F238E27FC236}">
                <a16:creationId xmlns:a16="http://schemas.microsoft.com/office/drawing/2014/main" id="{01DF3C8D-CBC4-4C17-A372-1BB7B90B6A2F}"/>
              </a:ext>
            </a:extLst>
          </p:cNvPr>
          <p:cNvSpPr>
            <a:spLocks xmlns:a="http://schemas.openxmlformats.org/drawingml/2006/main" noGrp="1"/>
          </p:cNvSpPr>
          <p:nvPr/>
        </p:nvSpPr>
        <p:spPr>
          <a:xfrm xmlns:a="http://schemas.openxmlformats.org/drawingml/2006/main">
            <a:off x="685800" y="89535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3000" b="0">
                <a:solidFill>
                  <a:srgbClr val="1E302F"/>
                </a:solidFill>
                <a:latin typeface="Noto Sans KR"/>
                <a:ea typeface="Noto Sans KR"/>
                <a:cs typeface="Noto Sans KR"/>
              </a:defRPr>
            </a:pPr>
            <a:r>
              <a:rPr sz="3000" b="0">
                <a:solidFill>
                  <a:srgbClr val="1E302F"/>
                </a:solidFill>
                <a:latin typeface="Noto Sans KR"/>
                <a:ea typeface="Noto Sans KR"/>
                <a:cs typeface="Noto Sans KR"/>
              </a:rPr>
              <a:t>지연은 줄고, F1도 낮아집니다</a:t>
            </a:r>
          </a:p>
        </p:txBody>
      </p:sp>
      <p:sp>
        <p:nvSpPr>
          <p:cNvPr id="3" name="S04-disclosure">
            <a:extLst xmlns:a="http://schemas.openxmlformats.org/drawingml/2006/main">
              <a:ext uri="{FF2B5EF4-FFF2-40B4-BE49-F238E27FC236}">
                <a16:creationId xmlns:a16="http://schemas.microsoft.com/office/drawing/2014/main" id="{ADB47203-11D5-4D1A-B437-07D14ECB7352}"/>
              </a:ext>
            </a:extLst>
          </p:cNvPr>
          <p:cNvSpPr>
            <a:spLocks xmlns:a="http://schemas.openxmlformats.org/drawingml/2006/main" noGrp="1"/>
          </p:cNvSpPr>
          <p:nvPr/>
        </p:nvSpPr>
        <p:spPr>
          <a:xfrm xmlns:a="http://schemas.openxmlformats.org/drawingml/2006/main">
            <a:off x="685800" y="6372225"/>
            <a:ext cx="9525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275" b="0">
                <a:solidFill>
                  <a:srgbClr val="586C68"/>
                </a:solidFill>
                <a:latin typeface="Noto Sans KR"/>
                <a:ea typeface="Noto Sans KR"/>
                <a:cs typeface="Noto Sans KR"/>
              </a:defRPr>
            </a:pPr>
            <a:r>
              <a:rPr sz="1275" b="0">
                <a:solidFill>
                  <a:srgbClr val="586C68"/>
                </a:solidFill>
                <a:latin typeface="Noto Sans KR"/>
                <a:ea typeface="Noto Sans KR"/>
                <a:cs typeface="Noto Sans KR"/>
              </a:rPr>
              <a:t>가상 데이터 · 실제 실험 결과가 아닙니다</a:t>
            </a:r>
          </a:p>
        </p:txBody>
      </p:sp>
      <p:sp>
        <p:nvSpPr>
          <p:cNvPr id="4" name="S04-number">
            <a:extLst xmlns:a="http://schemas.openxmlformats.org/drawingml/2006/main">
              <a:ext uri="{FF2B5EF4-FFF2-40B4-BE49-F238E27FC236}">
                <a16:creationId xmlns:a16="http://schemas.microsoft.com/office/drawing/2014/main" id="{6033E9C5-62E2-421A-A066-6873BCD5BD20}"/>
              </a:ext>
            </a:extLst>
          </p:cNvPr>
          <p:cNvSpPr>
            <a:spLocks xmlns:a="http://schemas.openxmlformats.org/drawingml/2006/main" noGrp="1"/>
          </p:cNvSpPr>
          <p:nvPr/>
        </p:nvSpPr>
        <p:spPr>
          <a:xfrm xmlns:a="http://schemas.openxmlformats.org/drawingml/2006/main">
            <a:off x="11144250" y="6372225"/>
            <a:ext cx="3619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275" b="0">
                <a:solidFill>
                  <a:srgbClr val="586C68"/>
                </a:solidFill>
                <a:latin typeface="Noto Sans KR"/>
                <a:ea typeface="Noto Sans KR"/>
                <a:cs typeface="Noto Sans KR"/>
              </a:defRPr>
            </a:pPr>
            <a:r>
              <a:rPr sz="1275" b="0">
                <a:solidFill>
                  <a:srgbClr val="586C68"/>
                </a:solidFill>
                <a:latin typeface="Noto Sans KR"/>
                <a:ea typeface="Noto Sans KR"/>
                <a:cs typeface="Noto Sans KR"/>
              </a:rPr>
              <a:t>04</a:t>
            </a:r>
          </a:p>
        </p:txBody>
      </p:sp>
      <p:sp>
        <p:nvSpPr>
          <p:cNvPr id="5" name="S04-chart-unit">
            <a:extLst xmlns:a="http://schemas.openxmlformats.org/drawingml/2006/main">
              <a:ext uri="{FF2B5EF4-FFF2-40B4-BE49-F238E27FC236}">
                <a16:creationId xmlns:a16="http://schemas.microsoft.com/office/drawing/2014/main" id="{FDF6A871-28E6-4F76-AAC5-FC66D7A7650B}"/>
              </a:ext>
            </a:extLst>
          </p:cNvPr>
          <p:cNvSpPr>
            <a:spLocks xmlns:a="http://schemas.openxmlformats.org/drawingml/2006/main" noGrp="1"/>
          </p:cNvSpPr>
          <p:nvPr/>
        </p:nvSpPr>
        <p:spPr>
          <a:xfrm xmlns:a="http://schemas.openxmlformats.org/drawingml/2006/main">
            <a:off x="685800" y="1828800"/>
            <a:ext cx="6000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800" b="0">
                <a:solidFill>
                  <a:srgbClr val="586C68"/>
                </a:solidFill>
                <a:latin typeface="Noto Sans KR"/>
                <a:ea typeface="Noto Sans KR"/>
                <a:cs typeface="Noto Sans KR"/>
              </a:defRPr>
            </a:pPr>
            <a:r>
              <a:rPr sz="1800" b="0">
                <a:solidFill>
                  <a:srgbClr val="586C68"/>
                </a:solidFill>
                <a:latin typeface="Noto Sans KR"/>
                <a:ea typeface="Noto Sans KR"/>
                <a:cs typeface="Noto Sans KR"/>
              </a:rPr>
              <a:t>지연 (ms)</a:t>
            </a:r>
          </a:p>
        </p:txBody>
      </p:sp>
      <p:graphicFrame>
        <p:nvGraphicFramePr>
          <p:cNvPr id="22" name="Chart"/>
          <p:cNvGraphicFramePr/>
          <p:nvPr/>
        </p:nvGraphicFramePr>
        <p:xfrm>
          <a:off xmlns:a="http://schemas.openxmlformats.org/drawingml/2006/main" x="552450" y="2343150"/>
          <a:ext xmlns:a="http://schemas.openxmlformats.org/drawingml/2006/main" cx="6810375" cy="2857500"/>
        </p:xfrm>
        <a:graphic xmlns:a="http://schemas.openxmlformats.org/drawingml/2006/main">
          <a:graphicData uri="http://schemas.openxmlformats.org/drawingml/2006/chart">
            <c:chart xmlns:r="http://schemas.openxmlformats.org/officeDocument/2006/relationships" xmlns:c="http://schemas.openxmlformats.org/drawingml/2006/chart" r:id="Rf3b67fb141294c7c"/>
          </a:graphicData>
        </a:graphic>
      </p:graphicFrame>
      <p:sp>
        <p:nvSpPr>
          <p:cNvPr id="7" name="S04-latency">
            <a:extLst xmlns:a="http://schemas.openxmlformats.org/drawingml/2006/main">
              <a:ext uri="{FF2B5EF4-FFF2-40B4-BE49-F238E27FC236}">
                <a16:creationId xmlns:a16="http://schemas.microsoft.com/office/drawing/2014/main" id="{8EF5A9B4-099C-4EE7-BE2A-5BA19C0A1B21}"/>
              </a:ext>
            </a:extLst>
          </p:cNvPr>
          <p:cNvSpPr>
            <a:spLocks xmlns:a="http://schemas.openxmlformats.org/drawingml/2006/main" noGrp="1"/>
          </p:cNvSpPr>
          <p:nvPr/>
        </p:nvSpPr>
        <p:spPr>
          <a:xfrm xmlns:a="http://schemas.openxmlformats.org/drawingml/2006/main">
            <a:off x="8058150" y="1885950"/>
            <a:ext cx="32766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5325" b="0">
                <a:solidFill>
                  <a:srgbClr val="287D78"/>
                </a:solidFill>
                <a:latin typeface="Noto Sans KR"/>
                <a:ea typeface="Noto Sans KR"/>
                <a:cs typeface="Noto Sans KR"/>
              </a:defRPr>
            </a:pPr>
            <a:r>
              <a:rPr sz="5325" b="0">
                <a:solidFill>
                  <a:srgbClr val="287D78"/>
                </a:solidFill>
                <a:latin typeface="Noto Sans KR"/>
                <a:ea typeface="Noto Sans KR"/>
                <a:cs typeface="Noto Sans KR"/>
              </a:rPr>
              <a:t>55%</a:t>
            </a:r>
          </a:p>
        </p:txBody>
      </p:sp>
      <p:sp>
        <p:nvSpPr>
          <p:cNvPr id="8" name="S04-latency-label">
            <a:extLst xmlns:a="http://schemas.openxmlformats.org/drawingml/2006/main">
              <a:ext uri="{FF2B5EF4-FFF2-40B4-BE49-F238E27FC236}">
                <a16:creationId xmlns:a16="http://schemas.microsoft.com/office/drawing/2014/main" id="{09D6CBEA-E9F5-4D60-930A-3B74471F42F7}"/>
              </a:ext>
            </a:extLst>
          </p:cNvPr>
          <p:cNvSpPr>
            <a:spLocks xmlns:a="http://schemas.openxmlformats.org/drawingml/2006/main" noGrp="1"/>
          </p:cNvSpPr>
          <p:nvPr/>
        </p:nvSpPr>
        <p:spPr>
          <a:xfrm xmlns:a="http://schemas.openxmlformats.org/drawingml/2006/main">
            <a:off x="8058150" y="2714625"/>
            <a:ext cx="3448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725" b="0">
                <a:solidFill>
                  <a:srgbClr val="586C68"/>
                </a:solidFill>
                <a:latin typeface="Noto Sans KR"/>
                <a:ea typeface="Noto Sans KR"/>
                <a:cs typeface="Noto Sans KR"/>
              </a:defRPr>
            </a:pPr>
            <a:r>
              <a:rPr sz="1725" b="0">
                <a:solidFill>
                  <a:srgbClr val="586C68"/>
                </a:solidFill>
                <a:latin typeface="Noto Sans KR"/>
                <a:ea typeface="Noto Sans KR"/>
                <a:cs typeface="Noto Sans KR"/>
              </a:rPr>
              <a:t>지연 감소 · 120 → 54 ms</a:t>
            </a:r>
          </a:p>
        </p:txBody>
      </p:sp>
      <p:sp>
        <p:nvSpPr>
          <p:cNvPr id="9" name="S04-size">
            <a:extLst xmlns:a="http://schemas.openxmlformats.org/drawingml/2006/main">
              <a:ext uri="{FF2B5EF4-FFF2-40B4-BE49-F238E27FC236}">
                <a16:creationId xmlns:a16="http://schemas.microsoft.com/office/drawing/2014/main" id="{F68D9B54-AB44-48F3-8FBB-D0A50EC55A5E}"/>
              </a:ext>
            </a:extLst>
          </p:cNvPr>
          <p:cNvSpPr>
            <a:spLocks xmlns:a="http://schemas.openxmlformats.org/drawingml/2006/main" noGrp="1"/>
          </p:cNvSpPr>
          <p:nvPr/>
        </p:nvSpPr>
        <p:spPr>
          <a:xfrm xmlns:a="http://schemas.openxmlformats.org/drawingml/2006/main">
            <a:off x="8058150" y="3352800"/>
            <a:ext cx="1524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3975" b="0">
                <a:solidFill>
                  <a:srgbClr val="1E302F"/>
                </a:solidFill>
                <a:latin typeface="Noto Sans KR"/>
                <a:ea typeface="Noto Sans KR"/>
                <a:cs typeface="Noto Sans KR"/>
              </a:defRPr>
            </a:pPr>
            <a:r>
              <a:rPr sz="3975" b="0">
                <a:solidFill>
                  <a:srgbClr val="1E302F"/>
                </a:solidFill>
                <a:latin typeface="Noto Sans KR"/>
                <a:ea typeface="Noto Sans KR"/>
                <a:cs typeface="Noto Sans KR"/>
              </a:rPr>
              <a:t>75%</a:t>
            </a:r>
          </a:p>
        </p:txBody>
      </p:sp>
      <p:sp>
        <p:nvSpPr>
          <p:cNvPr id="10" name="S04-f1">
            <a:extLst xmlns:a="http://schemas.openxmlformats.org/drawingml/2006/main">
              <a:ext uri="{FF2B5EF4-FFF2-40B4-BE49-F238E27FC236}">
                <a16:creationId xmlns:a16="http://schemas.microsoft.com/office/drawing/2014/main" id="{46ED6933-E2DD-4116-AE03-73C52FC0D02A}"/>
              </a:ext>
            </a:extLst>
          </p:cNvPr>
          <p:cNvSpPr>
            <a:spLocks xmlns:a="http://schemas.openxmlformats.org/drawingml/2006/main" noGrp="1"/>
          </p:cNvSpPr>
          <p:nvPr/>
        </p:nvSpPr>
        <p:spPr>
          <a:xfrm xmlns:a="http://schemas.openxmlformats.org/drawingml/2006/main">
            <a:off x="9906000" y="3352800"/>
            <a:ext cx="16573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3525" b="0">
                <a:solidFill>
                  <a:srgbClr val="A3563E"/>
                </a:solidFill>
                <a:latin typeface="Noto Sans KR"/>
                <a:ea typeface="Noto Sans KR"/>
                <a:cs typeface="Noto Sans KR"/>
              </a:defRPr>
            </a:pPr>
            <a:r>
              <a:rPr sz="3525" b="0">
                <a:solidFill>
                  <a:srgbClr val="A3563E"/>
                </a:solidFill>
                <a:latin typeface="Noto Sans KR"/>
                <a:ea typeface="Noto Sans KR"/>
                <a:cs typeface="Noto Sans KR"/>
              </a:rPr>
              <a:t>−0.014</a:t>
            </a:r>
          </a:p>
        </p:txBody>
      </p:sp>
      <p:sp>
        <p:nvSpPr>
          <p:cNvPr id="11" name="S04-size-label">
            <a:extLst xmlns:a="http://schemas.openxmlformats.org/drawingml/2006/main">
              <a:ext uri="{FF2B5EF4-FFF2-40B4-BE49-F238E27FC236}">
                <a16:creationId xmlns:a16="http://schemas.microsoft.com/office/drawing/2014/main" id="{B1A18398-2695-49B2-AEA1-932FB59F78CB}"/>
              </a:ext>
            </a:extLst>
          </p:cNvPr>
          <p:cNvSpPr>
            <a:spLocks xmlns:a="http://schemas.openxmlformats.org/drawingml/2006/main" noGrp="1"/>
          </p:cNvSpPr>
          <p:nvPr/>
        </p:nvSpPr>
        <p:spPr>
          <a:xfrm xmlns:a="http://schemas.openxmlformats.org/drawingml/2006/main">
            <a:off x="8058150" y="4076700"/>
            <a:ext cx="1752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575" b="0">
                <a:solidFill>
                  <a:srgbClr val="586C68"/>
                </a:solidFill>
                <a:latin typeface="Noto Sans KR"/>
                <a:ea typeface="Noto Sans KR"/>
                <a:cs typeface="Noto Sans KR"/>
              </a:defRPr>
            </a:pPr>
            <a:r>
              <a:rPr sz="1575" b="0">
                <a:solidFill>
                  <a:srgbClr val="586C68"/>
                </a:solidFill>
                <a:latin typeface="Noto Sans KR"/>
                <a:ea typeface="Noto Sans KR"/>
                <a:cs typeface="Noto Sans KR"/>
              </a:rPr>
              <a:t>모델 크기 감소</a:t>
            </a:r>
          </a:p>
        </p:txBody>
      </p:sp>
      <p:sp>
        <p:nvSpPr>
          <p:cNvPr id="12" name="S04-f1-label">
            <a:extLst xmlns:a="http://schemas.openxmlformats.org/drawingml/2006/main">
              <a:ext uri="{FF2B5EF4-FFF2-40B4-BE49-F238E27FC236}">
                <a16:creationId xmlns:a16="http://schemas.microsoft.com/office/drawing/2014/main" id="{4283194A-65D9-48D4-B5EA-2299B4D0F0F3}"/>
              </a:ext>
            </a:extLst>
          </p:cNvPr>
          <p:cNvSpPr>
            <a:spLocks xmlns:a="http://schemas.openxmlformats.org/drawingml/2006/main" noGrp="1"/>
          </p:cNvSpPr>
          <p:nvPr/>
        </p:nvSpPr>
        <p:spPr>
          <a:xfrm xmlns:a="http://schemas.openxmlformats.org/drawingml/2006/main">
            <a:off x="9906000" y="4076700"/>
            <a:ext cx="16573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575" b="0">
                <a:solidFill>
                  <a:srgbClr val="586C68"/>
                </a:solidFill>
                <a:latin typeface="Noto Sans KR"/>
                <a:ea typeface="Noto Sans KR"/>
                <a:cs typeface="Noto Sans KR"/>
              </a:defRPr>
            </a:pPr>
            <a:r>
              <a:rPr sz="1575" b="0">
                <a:solidFill>
                  <a:srgbClr val="586C68"/>
                </a:solidFill>
                <a:latin typeface="Noto Sans KR"/>
                <a:ea typeface="Noto Sans KR"/>
                <a:cs typeface="Noto Sans KR"/>
              </a:rPr>
              <a:t>F1 절대 차이</a:t>
            </a:r>
          </a:p>
        </p:txBody>
      </p:sp>
      <p:sp>
        <p:nvSpPr>
          <p:cNvPr id="13" name="S04-size-values">
            <a:extLst xmlns:a="http://schemas.openxmlformats.org/drawingml/2006/main">
              <a:ext uri="{FF2B5EF4-FFF2-40B4-BE49-F238E27FC236}">
                <a16:creationId xmlns:a16="http://schemas.microsoft.com/office/drawing/2014/main" id="{711807CA-912D-40CF-9E5C-159205477147}"/>
              </a:ext>
            </a:extLst>
          </p:cNvPr>
          <p:cNvSpPr>
            <a:spLocks xmlns:a="http://schemas.openxmlformats.org/drawingml/2006/main" noGrp="1"/>
          </p:cNvSpPr>
          <p:nvPr/>
        </p:nvSpPr>
        <p:spPr>
          <a:xfrm xmlns:a="http://schemas.openxmlformats.org/drawingml/2006/main">
            <a:off x="8058150" y="4524375"/>
            <a:ext cx="17621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650" b="0">
                <a:solidFill>
                  <a:srgbClr val="1E302F"/>
                </a:solidFill>
                <a:latin typeface="Noto Sans KR"/>
                <a:ea typeface="Noto Sans KR"/>
                <a:cs typeface="Noto Sans KR"/>
              </a:defRPr>
            </a:pPr>
            <a:r>
              <a:rPr sz="1650" b="0">
                <a:solidFill>
                  <a:srgbClr val="1E302F"/>
                </a:solidFill>
                <a:latin typeface="Noto Sans KR"/>
                <a:ea typeface="Noto Sans KR"/>
                <a:cs typeface="Noto Sans KR"/>
              </a:rPr>
              <a:t>48 → 12 MB</a:t>
            </a:r>
          </a:p>
        </p:txBody>
      </p:sp>
      <p:sp>
        <p:nvSpPr>
          <p:cNvPr id="14" name="S04-f1-values">
            <a:extLst xmlns:a="http://schemas.openxmlformats.org/drawingml/2006/main">
              <a:ext uri="{FF2B5EF4-FFF2-40B4-BE49-F238E27FC236}">
                <a16:creationId xmlns:a16="http://schemas.microsoft.com/office/drawing/2014/main" id="{838B903E-1ED7-4096-8F97-D3A8A2CE3C51}"/>
              </a:ext>
            </a:extLst>
          </p:cNvPr>
          <p:cNvSpPr>
            <a:spLocks xmlns:a="http://schemas.openxmlformats.org/drawingml/2006/main" noGrp="1"/>
          </p:cNvSpPr>
          <p:nvPr/>
        </p:nvSpPr>
        <p:spPr>
          <a:xfrm xmlns:a="http://schemas.openxmlformats.org/drawingml/2006/main">
            <a:off x="9906000" y="4524375"/>
            <a:ext cx="1657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575" b="0">
                <a:solidFill>
                  <a:srgbClr val="1E302F"/>
                </a:solidFill>
                <a:latin typeface="Noto Sans KR"/>
                <a:ea typeface="Noto Sans KR"/>
                <a:cs typeface="Noto Sans KR"/>
              </a:defRPr>
            </a:pPr>
            <a:r>
              <a:rPr sz="1575" b="0">
                <a:solidFill>
                  <a:srgbClr val="1E302F"/>
                </a:solidFill>
                <a:latin typeface="Noto Sans KR"/>
                <a:ea typeface="Noto Sans KR"/>
                <a:cs typeface="Noto Sans KR"/>
              </a:rPr>
              <a:t>0.910 → 0.896</a:t>
            </a:r>
          </a:p>
        </p:txBody>
      </p:sp>
      <p:sp>
        <p:nvSpPr>
          <p:cNvPr id="15" name="S04-stage1">
            <a:extLst xmlns:a="http://schemas.openxmlformats.org/drawingml/2006/main">
              <a:ext uri="{FF2B5EF4-FFF2-40B4-BE49-F238E27FC236}">
                <a16:creationId xmlns:a16="http://schemas.microsoft.com/office/drawing/2014/main" id="{65A8E73D-5E69-41F3-AE05-2DC131139E5E}"/>
              </a:ext>
            </a:extLst>
          </p:cNvPr>
          <p:cNvSpPr>
            <a:spLocks xmlns:a="http://schemas.openxmlformats.org/drawingml/2006/main" noGrp="1"/>
          </p:cNvSpPr>
          <p:nvPr/>
        </p:nvSpPr>
        <p:spPr>
          <a:xfrm xmlns:a="http://schemas.openxmlformats.org/drawingml/2006/main">
            <a:off x="685800" y="5467350"/>
            <a:ext cx="10820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650" b="0">
                <a:solidFill>
                  <a:srgbClr val="586C68"/>
                </a:solidFill>
                <a:latin typeface="Noto Sans KR"/>
                <a:ea typeface="Noto Sans KR"/>
                <a:cs typeface="Noto Sans KR"/>
              </a:defRPr>
            </a:pPr>
            <a:r>
              <a:rPr sz="1650" b="0">
                <a:solidFill>
                  <a:srgbClr val="586C68"/>
                </a:solidFill>
                <a:latin typeface="Noto Sans KR"/>
                <a:ea typeface="Noto Sans KR"/>
                <a:cs typeface="Noto Sans KR"/>
              </a:rPr>
              <a:t>증류: 지연 40% 감소, F1 0.008 하락</a:t>
            </a:r>
          </a:p>
        </p:txBody>
      </p:sp>
      <p:sp>
        <p:nvSpPr>
          <p:cNvPr id="16" name="S04-stage2">
            <a:extLst xmlns:a="http://schemas.openxmlformats.org/drawingml/2006/main">
              <a:ext uri="{FF2B5EF4-FFF2-40B4-BE49-F238E27FC236}">
                <a16:creationId xmlns:a16="http://schemas.microsoft.com/office/drawing/2014/main" id="{08403758-3D47-4C96-A8E1-5EEBEBAD0046}"/>
              </a:ext>
            </a:extLst>
          </p:cNvPr>
          <p:cNvSpPr>
            <a:spLocks xmlns:a="http://schemas.openxmlformats.org/drawingml/2006/main" noGrp="1"/>
          </p:cNvSpPr>
          <p:nvPr/>
        </p:nvSpPr>
        <p:spPr>
          <a:xfrm xmlns:a="http://schemas.openxmlformats.org/drawingml/2006/main">
            <a:off x="685800" y="5810250"/>
            <a:ext cx="10820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650" b="0">
                <a:solidFill>
                  <a:srgbClr val="586C68"/>
                </a:solidFill>
                <a:latin typeface="Noto Sans KR"/>
                <a:ea typeface="Noto Sans KR"/>
                <a:cs typeface="Noto Sans KR"/>
              </a:defRPr>
            </a:pPr>
            <a:r>
              <a:rPr sz="1650" b="0">
                <a:solidFill>
                  <a:srgbClr val="586C68"/>
                </a:solidFill>
                <a:latin typeface="Noto Sans KR"/>
                <a:ea typeface="Noto Sans KR"/>
                <a:cs typeface="Noto Sans KR"/>
              </a:rPr>
              <a:t>추가 INT8 단계: 지연 25% 감소, F1 0.006 하락</a:t>
            </a:r>
          </a:p>
        </p:txBody>
      </p:sp>
    </p:spTree>
    <p:extLst>
      <p:ext uri="{BB962C8B-B14F-4D97-AF65-F5344CB8AC3E}">
        <p14:creationId xmlns:p14="http://schemas.microsoft.com/office/powerpoint/2010/main" val="1278212209"/>
      </p:ext>
    </p:extLst>
  </p:cSld>
</p:sld>
</file>

<file path=ppt/slides/slide5.xml><?xml version="1.0" encoding="utf-8"?>
<p:sld xmlns:p="http://schemas.openxmlformats.org/presentationml/2006/main">
  <p:cSld>
    <p:bg>
      <p:bgPr>
        <a:solidFill xmlns:a="http://schemas.openxmlformats.org/drawingml/2006/main">
          <a:srgbClr val="F6F4EE"/>
        </a:solidFill>
      </p:bgPr>
    </p:bg>
    <p:spTree>
      <p:nvGrpSpPr>
        <p:cNvPr id="1" name=""/>
        <p:cNvGrpSpPr/>
        <p:nvPr/>
      </p:nvGrpSpPr>
      <p:grpSpPr>
        <a:xfrm xmlns:a="http://schemas.openxmlformats.org/drawingml/2006/main"/>
      </p:grpSpPr>
      <p:sp>
        <p:nvSpPr>
          <p:cNvPr id="15" name="S05-section">
            <a:extLst xmlns:a="http://schemas.openxmlformats.org/drawingml/2006/main">
              <a:ext uri="{FF2B5EF4-FFF2-40B4-BE49-F238E27FC236}">
                <a16:creationId xmlns:a16="http://schemas.microsoft.com/office/drawing/2014/main" id="{42D7F998-FF55-410F-BD42-814C71530E18}"/>
              </a:ext>
            </a:extLst>
          </p:cNvPr>
          <p:cNvSpPr>
            <a:spLocks xmlns:a="http://schemas.openxmlformats.org/drawingml/2006/main" noGrp="1"/>
          </p:cNvSpPr>
          <p:nvPr/>
        </p:nvSpPr>
        <p:spPr>
          <a:xfrm xmlns:a="http://schemas.openxmlformats.org/drawingml/2006/main">
            <a:off x="685800" y="400050"/>
            <a:ext cx="10744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425" b="0">
                <a:solidFill>
                  <a:srgbClr val="287D78"/>
                </a:solidFill>
                <a:latin typeface="Noto Sans KR"/>
                <a:ea typeface="Noto Sans KR"/>
                <a:cs typeface="Noto Sans KR"/>
              </a:defRPr>
            </a:pPr>
            <a:r>
              <a:rPr sz="1425" b="0">
                <a:solidFill>
                  <a:srgbClr val="287D78"/>
                </a:solidFill>
                <a:latin typeface="Noto Sans KR"/>
                <a:ea typeface="Noto Sans KR"/>
                <a:cs typeface="Noto Sans KR"/>
              </a:rPr>
              <a:t>다음 / 허용할 성능 교환관계</a:t>
            </a:r>
          </a:p>
        </p:txBody>
      </p:sp>
      <p:sp>
        <p:nvSpPr>
          <p:cNvPr id="2" name="S05-title">
            <a:extLst xmlns:a="http://schemas.openxmlformats.org/drawingml/2006/main">
              <a:ext uri="{FF2B5EF4-FFF2-40B4-BE49-F238E27FC236}">
                <a16:creationId xmlns:a16="http://schemas.microsoft.com/office/drawing/2014/main" id="{C6BEBF20-3320-409C-B961-791221FD798B}"/>
              </a:ext>
            </a:extLst>
          </p:cNvPr>
          <p:cNvSpPr>
            <a:spLocks xmlns:a="http://schemas.openxmlformats.org/drawingml/2006/main" noGrp="1"/>
          </p:cNvSpPr>
          <p:nvPr/>
        </p:nvSpPr>
        <p:spPr>
          <a:xfrm xmlns:a="http://schemas.openxmlformats.org/drawingml/2006/main">
            <a:off x="685800" y="89535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3000" b="0">
                <a:solidFill>
                  <a:srgbClr val="1E302F"/>
                </a:solidFill>
                <a:latin typeface="Noto Sans KR"/>
                <a:ea typeface="Noto Sans KR"/>
                <a:cs typeface="Noto Sans KR"/>
              </a:defRPr>
            </a:pPr>
            <a:r>
              <a:rPr sz="3000" b="0">
                <a:solidFill>
                  <a:srgbClr val="1E302F"/>
                </a:solidFill>
                <a:latin typeface="Noto Sans KR"/>
                <a:ea typeface="Noto Sans KR"/>
                <a:cs typeface="Noto Sans KR"/>
              </a:rPr>
              <a:t>배포 기준을 먼저 정해야 합니다</a:t>
            </a:r>
          </a:p>
        </p:txBody>
      </p:sp>
      <p:sp>
        <p:nvSpPr>
          <p:cNvPr id="3" name="S05-disclosure">
            <a:extLst xmlns:a="http://schemas.openxmlformats.org/drawingml/2006/main">
              <a:ext uri="{FF2B5EF4-FFF2-40B4-BE49-F238E27FC236}">
                <a16:creationId xmlns:a16="http://schemas.microsoft.com/office/drawing/2014/main" id="{F6A842F9-7F84-4563-A02D-5D5E2D699178}"/>
              </a:ext>
            </a:extLst>
          </p:cNvPr>
          <p:cNvSpPr>
            <a:spLocks xmlns:a="http://schemas.openxmlformats.org/drawingml/2006/main" noGrp="1"/>
          </p:cNvSpPr>
          <p:nvPr/>
        </p:nvSpPr>
        <p:spPr>
          <a:xfrm xmlns:a="http://schemas.openxmlformats.org/drawingml/2006/main">
            <a:off x="685800" y="6372225"/>
            <a:ext cx="9525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275" b="0">
                <a:solidFill>
                  <a:srgbClr val="586C68"/>
                </a:solidFill>
                <a:latin typeface="Noto Sans KR"/>
                <a:ea typeface="Noto Sans KR"/>
                <a:cs typeface="Noto Sans KR"/>
              </a:defRPr>
            </a:pPr>
            <a:r>
              <a:rPr sz="1275" b="0">
                <a:solidFill>
                  <a:srgbClr val="586C68"/>
                </a:solidFill>
                <a:latin typeface="Noto Sans KR"/>
                <a:ea typeface="Noto Sans KR"/>
                <a:cs typeface="Noto Sans KR"/>
              </a:rPr>
              <a:t>가상 데이터 · 실제 실험 결과가 아닙니다</a:t>
            </a:r>
          </a:p>
        </p:txBody>
      </p:sp>
      <p:sp>
        <p:nvSpPr>
          <p:cNvPr id="4" name="S05-number">
            <a:extLst xmlns:a="http://schemas.openxmlformats.org/drawingml/2006/main">
              <a:ext uri="{FF2B5EF4-FFF2-40B4-BE49-F238E27FC236}">
                <a16:creationId xmlns:a16="http://schemas.microsoft.com/office/drawing/2014/main" id="{6A248280-4317-4916-A553-C473233BC3BD}"/>
              </a:ext>
            </a:extLst>
          </p:cNvPr>
          <p:cNvSpPr>
            <a:spLocks xmlns:a="http://schemas.openxmlformats.org/drawingml/2006/main" noGrp="1"/>
          </p:cNvSpPr>
          <p:nvPr/>
        </p:nvSpPr>
        <p:spPr>
          <a:xfrm xmlns:a="http://schemas.openxmlformats.org/drawingml/2006/main">
            <a:off x="11144250" y="6372225"/>
            <a:ext cx="3619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275" b="0">
                <a:solidFill>
                  <a:srgbClr val="586C68"/>
                </a:solidFill>
                <a:latin typeface="Noto Sans KR"/>
                <a:ea typeface="Noto Sans KR"/>
                <a:cs typeface="Noto Sans KR"/>
              </a:defRPr>
            </a:pPr>
            <a:r>
              <a:rPr sz="1275" b="0">
                <a:solidFill>
                  <a:srgbClr val="586C68"/>
                </a:solidFill>
                <a:latin typeface="Noto Sans KR"/>
                <a:ea typeface="Noto Sans KR"/>
                <a:cs typeface="Noto Sans KR"/>
              </a:rPr>
              <a:t>05</a:t>
            </a:r>
          </a:p>
        </p:txBody>
      </p:sp>
      <p:sp>
        <p:nvSpPr>
          <p:cNvPr id="5" name="S05-main">
            <a:extLst xmlns:a="http://schemas.openxmlformats.org/drawingml/2006/main">
              <a:ext uri="{FF2B5EF4-FFF2-40B4-BE49-F238E27FC236}">
                <a16:creationId xmlns:a16="http://schemas.microsoft.com/office/drawing/2014/main" id="{EA556279-94B2-48B1-A83F-52925F04EBC4}"/>
              </a:ext>
            </a:extLst>
          </p:cNvPr>
          <p:cNvSpPr>
            <a:spLocks xmlns:a="http://schemas.openxmlformats.org/drawingml/2006/main" noGrp="1"/>
          </p:cNvSpPr>
          <p:nvPr/>
        </p:nvSpPr>
        <p:spPr>
          <a:xfrm xmlns:a="http://schemas.openxmlformats.org/drawingml/2006/main">
            <a:off x="685800" y="1990725"/>
            <a:ext cx="108204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3450" b="0">
                <a:solidFill>
                  <a:srgbClr val="287D78"/>
                </a:solidFill>
                <a:latin typeface="Noto Sans KR"/>
                <a:ea typeface="Noto Sans KR"/>
                <a:cs typeface="Noto Sans KR"/>
              </a:defRPr>
            </a:pPr>
            <a:r>
              <a:rPr sz="3450" b="0">
                <a:solidFill>
                  <a:srgbClr val="287D78"/>
                </a:solidFill>
                <a:latin typeface="Noto Sans KR"/>
                <a:ea typeface="Noto Sans KR"/>
                <a:cs typeface="Noto Sans KR"/>
              </a:rPr>
              <a:t>효율 개선에는 F1 저하가 따릅니다</a:t>
            </a:r>
          </a:p>
        </p:txBody>
      </p:sp>
      <p:sp>
        <p:nvSpPr>
          <p:cNvPr id="6" name="S05-rule-1">
            <a:extLst xmlns:a="http://schemas.openxmlformats.org/drawingml/2006/main">
              <a:ext uri="{FF2B5EF4-FFF2-40B4-BE49-F238E27FC236}">
                <a16:creationId xmlns:a16="http://schemas.microsoft.com/office/drawing/2014/main" id="{E5F53197-433B-472F-8D82-C6B19CB332C8}"/>
              </a:ext>
            </a:extLst>
          </p:cNvPr>
          <p:cNvSpPr>
            <a:spLocks xmlns:a="http://schemas.openxmlformats.org/drawingml/2006/main" noGrp="1"/>
          </p:cNvSpPr>
          <p:nvPr/>
        </p:nvSpPr>
        <p:spPr>
          <a:xfrm xmlns:a="http://schemas.openxmlformats.org/drawingml/2006/main">
            <a:off x="685800" y="3124200"/>
            <a:ext cx="10820400" cy="0"/>
          </a:xfrm>
          <a:prstGeom xmlns:a="http://schemas.openxmlformats.org/drawingml/2006/main" prst="line">
            <a:avLst/>
          </a:prstGeom>
          <a:ln xmlns:a="http://schemas.openxmlformats.org/drawingml/2006/main" w="9525">
            <a:solidFill>
              <a:srgbClr val="CFD8D1"/>
            </a:solidFill>
          </a:ln>
        </p:spPr>
      </p:sp>
      <p:sp>
        <p:nvSpPr>
          <p:cNvPr id="7" name="S05-label1">
            <a:extLst xmlns:a="http://schemas.openxmlformats.org/drawingml/2006/main">
              <a:ext uri="{FF2B5EF4-FFF2-40B4-BE49-F238E27FC236}">
                <a16:creationId xmlns:a16="http://schemas.microsoft.com/office/drawing/2014/main" id="{B807D6D0-063E-42FB-ABD6-E126C4F785E8}"/>
              </a:ext>
            </a:extLst>
          </p:cNvPr>
          <p:cNvSpPr>
            <a:spLocks xmlns:a="http://schemas.openxmlformats.org/drawingml/2006/main" noGrp="1"/>
          </p:cNvSpPr>
          <p:nvPr/>
        </p:nvSpPr>
        <p:spPr>
          <a:xfrm xmlns:a="http://schemas.openxmlformats.org/drawingml/2006/main">
            <a:off x="685800" y="3257550"/>
            <a:ext cx="29146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950" b="0">
                <a:solidFill>
                  <a:srgbClr val="1E302F"/>
                </a:solidFill>
                <a:latin typeface="Noto Sans KR"/>
                <a:ea typeface="Noto Sans KR"/>
                <a:cs typeface="Noto Sans KR"/>
              </a:defRPr>
            </a:pPr>
            <a:r>
              <a:rPr sz="1950" b="0">
                <a:solidFill>
                  <a:srgbClr val="1E302F"/>
                </a:solidFill>
                <a:latin typeface="Noto Sans KR"/>
                <a:ea typeface="Noto Sans KR"/>
                <a:cs typeface="Noto Sans KR"/>
              </a:rPr>
              <a:t>먼저 정할 기준</a:t>
            </a:r>
          </a:p>
        </p:txBody>
      </p:sp>
      <p:sp>
        <p:nvSpPr>
          <p:cNvPr id="8" name="S05-body1">
            <a:extLst xmlns:a="http://schemas.openxmlformats.org/drawingml/2006/main">
              <a:ext uri="{FF2B5EF4-FFF2-40B4-BE49-F238E27FC236}">
                <a16:creationId xmlns:a16="http://schemas.microsoft.com/office/drawing/2014/main" id="{C4C337A0-BC8E-417F-81D2-BF9A93ACFD78}"/>
              </a:ext>
            </a:extLst>
          </p:cNvPr>
          <p:cNvSpPr>
            <a:spLocks xmlns:a="http://schemas.openxmlformats.org/drawingml/2006/main" noGrp="1"/>
          </p:cNvSpPr>
          <p:nvPr/>
        </p:nvSpPr>
        <p:spPr>
          <a:xfrm xmlns:a="http://schemas.openxmlformats.org/drawingml/2006/main">
            <a:off x="3829050" y="3257550"/>
            <a:ext cx="76771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950" b="0">
                <a:solidFill>
                  <a:srgbClr val="586C68"/>
                </a:solidFill>
                <a:latin typeface="Noto Sans KR"/>
                <a:ea typeface="Noto Sans KR"/>
                <a:cs typeface="Noto Sans KR"/>
              </a:defRPr>
            </a:pPr>
            <a:r>
              <a:rPr sz="1950" b="0">
                <a:solidFill>
                  <a:srgbClr val="586C68"/>
                </a:solidFill>
                <a:latin typeface="Noto Sans KR"/>
                <a:ea typeface="Noto Sans KR"/>
                <a:cs typeface="Noto Sans KR"/>
              </a:rPr>
              <a:t>허용 가능한 F1 저하와 지연 한도</a:t>
            </a:r>
          </a:p>
        </p:txBody>
      </p:sp>
      <p:sp>
        <p:nvSpPr>
          <p:cNvPr id="9" name="S05-rule-2">
            <a:extLst xmlns:a="http://schemas.openxmlformats.org/drawingml/2006/main">
              <a:ext uri="{FF2B5EF4-FFF2-40B4-BE49-F238E27FC236}">
                <a16:creationId xmlns:a16="http://schemas.microsoft.com/office/drawing/2014/main" id="{42C9FD44-9EDC-4568-8C59-5B9E4737D8D9}"/>
              </a:ext>
            </a:extLst>
          </p:cNvPr>
          <p:cNvSpPr>
            <a:spLocks xmlns:a="http://schemas.openxmlformats.org/drawingml/2006/main" noGrp="1"/>
          </p:cNvSpPr>
          <p:nvPr/>
        </p:nvSpPr>
        <p:spPr>
          <a:xfrm xmlns:a="http://schemas.openxmlformats.org/drawingml/2006/main">
            <a:off x="685800" y="3962400"/>
            <a:ext cx="10820400" cy="0"/>
          </a:xfrm>
          <a:prstGeom xmlns:a="http://schemas.openxmlformats.org/drawingml/2006/main" prst="line">
            <a:avLst/>
          </a:prstGeom>
          <a:ln xmlns:a="http://schemas.openxmlformats.org/drawingml/2006/main" w="9525">
            <a:solidFill>
              <a:srgbClr val="CFD8D1"/>
            </a:solidFill>
          </a:ln>
        </p:spPr>
      </p:sp>
      <p:sp>
        <p:nvSpPr>
          <p:cNvPr id="10" name="S05-label2">
            <a:extLst xmlns:a="http://schemas.openxmlformats.org/drawingml/2006/main">
              <a:ext uri="{FF2B5EF4-FFF2-40B4-BE49-F238E27FC236}">
                <a16:creationId xmlns:a16="http://schemas.microsoft.com/office/drawing/2014/main" id="{800E607F-00DE-476D-BA11-67246C4B34D4}"/>
              </a:ext>
            </a:extLst>
          </p:cNvPr>
          <p:cNvSpPr>
            <a:spLocks xmlns:a="http://schemas.openxmlformats.org/drawingml/2006/main" noGrp="1"/>
          </p:cNvSpPr>
          <p:nvPr/>
        </p:nvSpPr>
        <p:spPr>
          <a:xfrm xmlns:a="http://schemas.openxmlformats.org/drawingml/2006/main">
            <a:off x="685800" y="4095750"/>
            <a:ext cx="29146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950" b="0">
                <a:solidFill>
                  <a:srgbClr val="1E302F"/>
                </a:solidFill>
                <a:latin typeface="Noto Sans KR"/>
                <a:ea typeface="Noto Sans KR"/>
                <a:cs typeface="Noto Sans KR"/>
              </a:defRPr>
            </a:pPr>
            <a:r>
              <a:rPr sz="1950" b="0">
                <a:solidFill>
                  <a:srgbClr val="1E302F"/>
                </a:solidFill>
                <a:latin typeface="Noto Sans KR"/>
                <a:ea typeface="Noto Sans KR"/>
                <a:cs typeface="Noto Sans KR"/>
              </a:rPr>
              <a:t>다음 검증</a:t>
            </a:r>
          </a:p>
        </p:txBody>
      </p:sp>
      <p:sp>
        <p:nvSpPr>
          <p:cNvPr id="11" name="S05-body2">
            <a:extLst xmlns:a="http://schemas.openxmlformats.org/drawingml/2006/main">
              <a:ext uri="{FF2B5EF4-FFF2-40B4-BE49-F238E27FC236}">
                <a16:creationId xmlns:a16="http://schemas.microsoft.com/office/drawing/2014/main" id="{5BF0987A-01F3-4B68-A3AE-2B4B2D5CD26E}"/>
              </a:ext>
            </a:extLst>
          </p:cNvPr>
          <p:cNvSpPr>
            <a:spLocks xmlns:a="http://schemas.openxmlformats.org/drawingml/2006/main" noGrp="1"/>
          </p:cNvSpPr>
          <p:nvPr/>
        </p:nvSpPr>
        <p:spPr>
          <a:xfrm xmlns:a="http://schemas.openxmlformats.org/drawingml/2006/main">
            <a:off x="3829050" y="4095750"/>
            <a:ext cx="76771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950" b="0">
                <a:solidFill>
                  <a:srgbClr val="586C68"/>
                </a:solidFill>
                <a:latin typeface="Noto Sans KR"/>
                <a:ea typeface="Noto Sans KR"/>
                <a:cs typeface="Noto Sans KR"/>
              </a:defRPr>
            </a:pPr>
            <a:r>
              <a:rPr sz="1950" b="0">
                <a:solidFill>
                  <a:srgbClr val="586C68"/>
                </a:solidFill>
                <a:latin typeface="Noto Sans KR"/>
                <a:ea typeface="Noto Sans KR"/>
                <a:cs typeface="Noto Sans KR"/>
              </a:rPr>
              <a:t>반복 측정의 분산과 이상 유형별 실패 사례</a:t>
            </a:r>
          </a:p>
        </p:txBody>
      </p:sp>
      <p:sp>
        <p:nvSpPr>
          <p:cNvPr id="12" name="S05-rule-3">
            <a:extLst xmlns:a="http://schemas.openxmlformats.org/drawingml/2006/main">
              <a:ext uri="{FF2B5EF4-FFF2-40B4-BE49-F238E27FC236}">
                <a16:creationId xmlns:a16="http://schemas.microsoft.com/office/drawing/2014/main" id="{8BA3B5F6-4279-486B-B4CB-017474A38E86}"/>
              </a:ext>
            </a:extLst>
          </p:cNvPr>
          <p:cNvSpPr>
            <a:spLocks xmlns:a="http://schemas.openxmlformats.org/drawingml/2006/main" noGrp="1"/>
          </p:cNvSpPr>
          <p:nvPr/>
        </p:nvSpPr>
        <p:spPr>
          <a:xfrm xmlns:a="http://schemas.openxmlformats.org/drawingml/2006/main">
            <a:off x="685800" y="4800600"/>
            <a:ext cx="10820400" cy="0"/>
          </a:xfrm>
          <a:prstGeom xmlns:a="http://schemas.openxmlformats.org/drawingml/2006/main" prst="line">
            <a:avLst/>
          </a:prstGeom>
          <a:ln xmlns:a="http://schemas.openxmlformats.org/drawingml/2006/main" w="9525">
            <a:solidFill>
              <a:srgbClr val="CFD8D1"/>
            </a:solidFill>
          </a:ln>
        </p:spPr>
      </p:sp>
      <p:sp>
        <p:nvSpPr>
          <p:cNvPr id="13" name="S05-label3">
            <a:extLst xmlns:a="http://schemas.openxmlformats.org/drawingml/2006/main">
              <a:ext uri="{FF2B5EF4-FFF2-40B4-BE49-F238E27FC236}">
                <a16:creationId xmlns:a16="http://schemas.microsoft.com/office/drawing/2014/main" id="{44091A20-5CD4-48D5-AEC3-E26D5728F198}"/>
              </a:ext>
            </a:extLst>
          </p:cNvPr>
          <p:cNvSpPr>
            <a:spLocks xmlns:a="http://schemas.openxmlformats.org/drawingml/2006/main" noGrp="1"/>
          </p:cNvSpPr>
          <p:nvPr/>
        </p:nvSpPr>
        <p:spPr>
          <a:xfrm xmlns:a="http://schemas.openxmlformats.org/drawingml/2006/main">
            <a:off x="685800" y="4933950"/>
            <a:ext cx="29146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950" b="0">
                <a:solidFill>
                  <a:srgbClr val="1E302F"/>
                </a:solidFill>
                <a:latin typeface="Noto Sans KR"/>
                <a:ea typeface="Noto Sans KR"/>
                <a:cs typeface="Noto Sans KR"/>
              </a:defRPr>
            </a:pPr>
            <a:r>
              <a:rPr sz="1950" b="0">
                <a:solidFill>
                  <a:srgbClr val="1E302F"/>
                </a:solidFill>
                <a:latin typeface="Noto Sans KR"/>
                <a:ea typeface="Noto Sans KR"/>
                <a:cs typeface="Noto Sans KR"/>
              </a:rPr>
              <a:t>현재의 한계</a:t>
            </a:r>
          </a:p>
        </p:txBody>
      </p:sp>
      <p:sp>
        <p:nvSpPr>
          <p:cNvPr id="14" name="S05-body3">
            <a:extLst xmlns:a="http://schemas.openxmlformats.org/drawingml/2006/main">
              <a:ext uri="{FF2B5EF4-FFF2-40B4-BE49-F238E27FC236}">
                <a16:creationId xmlns:a16="http://schemas.microsoft.com/office/drawing/2014/main" id="{FADB47FE-B030-4621-8B38-BFAA8F24BE5A}"/>
              </a:ext>
            </a:extLst>
          </p:cNvPr>
          <p:cNvSpPr>
            <a:spLocks xmlns:a="http://schemas.openxmlformats.org/drawingml/2006/main" noGrp="1"/>
          </p:cNvSpPr>
          <p:nvPr/>
        </p:nvSpPr>
        <p:spPr>
          <a:xfrm xmlns:a="http://schemas.openxmlformats.org/drawingml/2006/main">
            <a:off x="3829050" y="4933950"/>
            <a:ext cx="76771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950" b="0">
                <a:solidFill>
                  <a:srgbClr val="586C68"/>
                </a:solidFill>
                <a:latin typeface="Noto Sans KR"/>
                <a:ea typeface="Noto Sans KR"/>
                <a:cs typeface="Noto Sans KR"/>
              </a:defRPr>
            </a:pPr>
            <a:r>
              <a:rPr sz="1950" b="0">
                <a:solidFill>
                  <a:srgbClr val="586C68"/>
                </a:solidFill>
                <a:latin typeface="Noto Sans KR"/>
                <a:ea typeface="Noto Sans KR"/>
                <a:cs typeface="Noto Sans KR"/>
              </a:rPr>
              <a:t>실제 데이터셋·표본수가 없어 일반화 판단 불가</a:t>
            </a:r>
          </a:p>
        </p:txBody>
      </p:sp>
    </p:spTree>
    <p:extLst>
      <p:ext uri="{BB962C8B-B14F-4D97-AF65-F5344CB8AC3E}">
        <p14:creationId xmlns:p14="http://schemas.microsoft.com/office/powerpoint/2010/main" val="89818952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ns0:coreProperties xmlns:dc="http://purl.org/dc/elements/1.1/" xmlns:ns0="http://schemas.openxmlformats.org/package/2006/metadata/core-properties" xmlns:ns2="http://purl.org/dc/terms/" xmlns:xsi="http://www.w3.org/2001/XMLSchema-instance">
  <dc:creator>Walnut Exporter</dc:creator>
  <dc:title>Presentation</dc:title>
  <ns2:created xsi:type="dcterms:W3CDTF">2026-10-02T07:09:35.5080000Z</ns2:created>
  <ns2:modified xsi:type="dcterms:W3CDTF">2026-10-02T07:09:35.5080000Z</ns2:modified>
</ns0:coreProperties>
</file>